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6014" r:id="rId5"/>
  </p:sldMasterIdLst>
  <p:notesMasterIdLst>
    <p:notesMasterId r:id="rId14"/>
  </p:notesMasterIdLst>
  <p:handoutMasterIdLst>
    <p:handoutMasterId r:id="rId15"/>
  </p:handoutMasterIdLst>
  <p:sldIdLst>
    <p:sldId id="256" r:id="rId13"/>
    <p:sldId id="257" r:id="rId12"/>
    <p:sldId id="258" r:id="rId11"/>
    <p:sldId id="259" r:id="rId10"/>
    <p:sldId id="260" r:id="rId9"/>
    <p:sldId id="261" r:id="rId8"/>
    <p:sldId id="262" r:id="rId7"/>
    <p:sldId id="263" r:id="rId6"/>
    <p:sldId id="26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4347931-4479-4308-813A-E5779D134AD7}">
          <p14:sldIdLst>
            <p14:sldId id="269"/>
            <p14:sldId id="266"/>
            <p14:sldId id="267"/>
            <p14:sldId id="272"/>
            <p14:sldId id="277"/>
            <p14:sldId id="274"/>
            <p14:sldId id="278"/>
            <p14:sldId id="275"/>
          </p14:sldIdLst>
        </p14:section>
      </p14:section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3417B06-CA9A-6B04-1F8A-6EBE196E9847}" name="Paige Cabianca" initials="PC" userId="S::PCabianca@audienz.com::27b579fd-5cc6-4813-aade-39395522f3ec" providerId="AD"/>
  <p188:author id="{11FA0B32-7E6A-ACEF-B08A-52032B3644FE}" name="Shivangi Upadhyay" initials="SU" userId="S::v-shupadhyay@microsoft.com::91abecf0-9c1e-4849-a938-538b00dbc24d" providerId="AD"/>
  <p188:author id="{F14BE356-2244-D1D3-BCE6-1AD59D616C4D}" name="Sommer Serie" initials="SS" userId="S::sommers@microsoft.com::acee1493-9eed-423c-9a90-67515cce0a36" providerId="AD"/>
  <p188:author id="{0CBA9C5D-7356-BAC8-BE6E-3CDC333BBE26}" name="Shivi  Upadhyay" initials="SU" userId="S::shivi@audienz.com::708d2862-6512-4e93-ae1a-6f44f6fee39b" providerId="AD"/>
  <p188:author id="{78C23171-34A0-4275-170D-F87C123C7177}" name="Eric Kjome" initials="EK" userId="S::Eric@audienz.com::8bc786d3-f8e8-40fd-ab09-3785ea9f8118" providerId="AD"/>
  <p188:author id="{36DE5974-3758-51B9-AF66-D3418123C89A}" name="Chris Holt" initials="CH" userId="S::chris@audienz.com::a1804d0e-8bfb-42cb-9ad0-b6e044b779a2" providerId="AD"/>
  <p188:author id="{AE64C5A7-9EC0-2997-8582-DB608637CAAD}" name="Paul Wise" initials="PW" userId="S::paulwise@microsoft.com::1e5259a3-d92e-48e7-9f96-43b612e23109" providerId="AD"/>
  <p188:author id="{E17E32BA-B717-F8E2-99AB-03184040F76C}" name="Paige Cabianca" initials="PC" userId="S::pcabianca@audienz.com::27b579fd-5cc6-4813-aade-39395522f3ec" providerId="AD"/>
  <p188:author id="{9DFCAED2-AAA7-D64C-9C6F-FC36BF7A8582}" name="India McGill" initials="IM" userId="S::indiam@microsoft.com::cf1fdfd3-8fa0-400e-a698-3a6e5da40047" providerId="AD"/>
  <p188:author id="{C6D9BCE3-6A3A-F16F-FB1D-152E8D000526}" name="Jessy Rodriguez" initials="" userId="S::jessyr@thechannelcompany.com::be58406e-57ea-4c17-b94d-e08afaed1cd3" providerId="AD"/>
  <p188:author id="{9BF2B4F3-FFF5-2602-20DB-AE1DDA3E3060}" name="Markus Nitschke" initials="MN" userId="S::mnitschk@microsoft.com::00e3a6c1-be90-4832-afc1-934d12cea8b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1F2C"/>
    <a:srgbClr val="0538BB"/>
    <a:srgbClr val="8449A9"/>
    <a:srgbClr val="0078D4"/>
    <a:srgbClr val="FAFAFA"/>
    <a:srgbClr val="1579FF"/>
    <a:srgbClr val="005FA9"/>
    <a:srgbClr val="C9EDC9"/>
    <a:srgbClr val="F2F2F2"/>
    <a:srgbClr val="504F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958A23-D195-44A8-98E0-DF277A6F1D7F}" v="2" dt="2026-04-29T04:16:05.4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48" y="76"/>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8.xml"/><Relationship Id="rId7" Type="http://schemas.openxmlformats.org/officeDocument/2006/relationships/slide" Target="slides/slide7.xml"/><Relationship Id="rId8" Type="http://schemas.openxmlformats.org/officeDocument/2006/relationships/slide" Target="slides/slide6.xml"/><Relationship Id="rId9" Type="http://schemas.openxmlformats.org/officeDocument/2006/relationships/slide" Target="slides/slide5.xml"/><Relationship Id="rId10" Type="http://schemas.openxmlformats.org/officeDocument/2006/relationships/slide" Target="slides/slide4.xml"/><Relationship Id="rId11" Type="http://schemas.openxmlformats.org/officeDocument/2006/relationships/slide" Target="slides/slide3.xml"/><Relationship Id="rId12" Type="http://schemas.openxmlformats.org/officeDocument/2006/relationships/slide" Target="slides/slide2.xml"/><Relationship Id="rId13" Type="http://schemas.openxmlformats.org/officeDocument/2006/relationships/slide" Target="slides/slide1.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commentAuthors" Target="commentAuthor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microsoft.com/office/2015/10/relationships/revisionInfo" Target="revisionInfo.xml"/><Relationship Id="rId23" Type="http://schemas.microsoft.com/office/2018/10/relationships/authors" Target="authors.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it Agrawal" userId="e86b887b-bfaa-4cea-9c75-211175ce4fb2" providerId="ADAL" clId="{8A6181EF-E010-42A3-912C-43684AA4248D}"/>
    <pc:docChg chg="undo custSel addSld delSld modSld modSection">
      <pc:chgData name="Amit Agrawal" userId="e86b887b-bfaa-4cea-9c75-211175ce4fb2" providerId="ADAL" clId="{8A6181EF-E010-42A3-912C-43684AA4248D}" dt="2026-04-29T04:16:05.417" v="232" actId="1076"/>
      <pc:docMkLst>
        <pc:docMk/>
      </pc:docMkLst>
      <pc:sldChg chg="modSp mod">
        <pc:chgData name="Amit Agrawal" userId="e86b887b-bfaa-4cea-9c75-211175ce4fb2" providerId="ADAL" clId="{8A6181EF-E010-42A3-912C-43684AA4248D}" dt="2026-04-29T04:16:05.417" v="232" actId="1076"/>
        <pc:sldMkLst>
          <pc:docMk/>
          <pc:sldMk cId="1763145629" sldId="275"/>
        </pc:sldMkLst>
        <pc:picChg chg="mod">
          <ac:chgData name="Amit Agrawal" userId="e86b887b-bfaa-4cea-9c75-211175ce4fb2" providerId="ADAL" clId="{8A6181EF-E010-42A3-912C-43684AA4248D}" dt="2026-04-29T04:16:05.417" v="232" actId="1076"/>
          <ac:picMkLst>
            <pc:docMk/>
            <pc:sldMk cId="1763145629" sldId="275"/>
            <ac:picMk id="3" creationId="{A16A079E-5523-BCAB-266A-A79FE935FDF9}"/>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5/12/2026 9:57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5/12/2026 9:54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Over the next 45 minutes I will walk you through how we deliver real-time, sovereign, agentic fraud intelligence on Azure for a Stockholm-based payments provider processing 4.2 billion transactions a year across the Nordics and Baltics. The session covers business case, architecture, AI strategy, compliance, a live demo, and roadmap. I'm happy to take questions throughout.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keep each section to roughly 5 minutes, with 10 minutes for the demo and 5 for Q&amp;A.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audience: this is a regulated, latency-critical, multi-country problem — three things our reference architecture must solve simultaneously.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money to engage the CEO and CFO; risk to engage the CISO; throughput/SLA to engage the CTO.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split into a hot synchronous path optimised for sub-18 ms decisioning and a cold asynchronous path that powers learning, reporting and the agentic case workflow. Front Door fronts both, with WAF and bot protection. The scoring API is single-purpose, stateless, and runs ONNX Runtime in-process. Decisions are fire-and-forget published to Event Hubs, Stream Analytics computes rolling features, Cosmos DB serves both as feature store and Gremlin graph for ring detection, and Fabric powers the medallion lakehouse that feeds Power BI and the EBA reporter.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plan (10 minutes):</a:t>
            </a:r>
          </a:p>
          <a:p>
            <a:r>
              <a:t>1. Show Power BI executive dashboard at idle.</a:t>
            </a:r>
          </a:p>
          <a:p>
            <a:r>
              <a:t>2. Run transaction-simulator at 2 k TPS with --pattern mixed; show p99 stays &lt;18 ms in Grafana.</a:t>
            </a:r>
          </a:p>
          <a:p>
            <a:r>
              <a:t>3. Inject --pattern fraud-ring (10 cards / 3 merchants / circular flow); GNN catches the ring; alert fires.</a:t>
            </a:r>
          </a:p>
          <a:p>
            <a:r>
              <a:t>4. Open the agentic console; watch TriageAgent → GraphAnalystAgent → PolicyAgent → CaseManagerAgent → NarrativeAgent.</a:t>
            </a:r>
          </a:p>
          <a:p>
            <a:r>
              <a:t>5. Open the auto-generated EBA Q1 report in Power BI.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Questions, challenges and counter-arguments very welcome — that is the point of this cohort.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8DC8E8"/>
        </a:solidFill>
        <a:effectLst/>
      </p:bgPr>
    </p:bg>
    <p:spTree>
      <p:nvGrpSpPr>
        <p:cNvPr id="1" name=""/>
        <p:cNvGrpSpPr/>
        <p:nvPr/>
      </p:nvGrpSpPr>
      <p:grpSpPr>
        <a:xfrm>
          <a:off x="0" y="0"/>
          <a:ext cx="0" cy="0"/>
          <a:chOff x="0" y="0"/>
          <a:chExt cx="0" cy="0"/>
        </a:xfrm>
      </p:grpSpPr>
      <p:pic>
        <p:nvPicPr>
          <p:cNvPr id="3" name="Picture 2" descr="A blue and purple gradient&#10;&#10;AI-generated content may be incorrect.">
            <a:extLst>
              <a:ext uri="{FF2B5EF4-FFF2-40B4-BE49-F238E27FC236}">
                <a16:creationId xmlns:a16="http://schemas.microsoft.com/office/drawing/2014/main" id="{9D34C299-A8B5-1F05-90DB-A9EC230E98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6" name="Rectangle 35">
            <a:extLst>
              <a:ext uri="{FF2B5EF4-FFF2-40B4-BE49-F238E27FC236}">
                <a16:creationId xmlns:a16="http://schemas.microsoft.com/office/drawing/2014/main" id="{3C3578EB-E88C-BC63-2EB9-EBEC98F2D201}"/>
              </a:ext>
            </a:extLst>
          </p:cNvPr>
          <p:cNvSpPr/>
          <p:nvPr userDrawn="1"/>
        </p:nvSpPr>
        <p:spPr bwMode="auto">
          <a:xfrm>
            <a:off x="0" y="1174750"/>
            <a:ext cx="9207500" cy="4508500"/>
          </a:xfrm>
          <a:prstGeom prst="rect">
            <a:avLst/>
          </a:prstGeom>
          <a:gradFill flip="none" rotWithShape="1">
            <a:gsLst>
              <a:gs pos="0">
                <a:schemeClr val="tx1">
                  <a:alpha val="14000"/>
                </a:schemeClr>
              </a:gs>
              <a:gs pos="100000">
                <a:schemeClr val="tx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pic>
        <p:nvPicPr>
          <p:cNvPr id="33" name="Picture 32" descr="A silver shield with text and stars&#10;&#10;AI-generated content may be incorrect.">
            <a:extLst>
              <a:ext uri="{FF2B5EF4-FFF2-40B4-BE49-F238E27FC236}">
                <a16:creationId xmlns:a16="http://schemas.microsoft.com/office/drawing/2014/main" id="{7DE39951-E22A-4E5D-3F1B-FC4A3162C280}"/>
              </a:ext>
            </a:extLst>
          </p:cNvPr>
          <p:cNvPicPr>
            <a:picLocks noChangeAspect="1"/>
          </p:cNvPicPr>
          <p:nvPr userDrawn="1"/>
        </p:nvPicPr>
        <p:blipFill>
          <a:blip r:embed="rId3"/>
          <a:srcRect l="3844" t="2514" r="4223" b="5918"/>
          <a:stretch>
            <a:fillRect/>
          </a:stretch>
        </p:blipFill>
        <p:spPr>
          <a:xfrm>
            <a:off x="7323544" y="1295400"/>
            <a:ext cx="4284256" cy="4267200"/>
          </a:xfrm>
          <a:prstGeom prst="rect">
            <a:avLst/>
          </a:prstGeom>
          <a:effectLst>
            <a:outerShdw blurRad="762000" sx="118000" sy="118000" algn="ctr" rotWithShape="0">
              <a:schemeClr val="tx1">
                <a:alpha val="7000"/>
              </a:schemeClr>
            </a:outerShdw>
          </a:effectLst>
        </p:spPr>
      </p:pic>
      <p:sp>
        <p:nvSpPr>
          <p:cNvPr id="6" name="Title 1">
            <a:extLst>
              <a:ext uri="{FF2B5EF4-FFF2-40B4-BE49-F238E27FC236}">
                <a16:creationId xmlns:a16="http://schemas.microsoft.com/office/drawing/2014/main" id="{BBD38F5B-5B2A-C576-8754-00FAD284AFE1}"/>
              </a:ext>
            </a:extLst>
          </p:cNvPr>
          <p:cNvSpPr>
            <a:spLocks noGrp="1"/>
          </p:cNvSpPr>
          <p:nvPr>
            <p:ph type="title"/>
          </p:nvPr>
        </p:nvSpPr>
        <p:spPr>
          <a:xfrm>
            <a:off x="584200" y="2044005"/>
            <a:ext cx="5854700" cy="2769989"/>
          </a:xfrm>
        </p:spPr>
        <p:txBody>
          <a:bodyPr anchor="ctr">
            <a:noAutofit/>
          </a:bodyPr>
          <a:lstStyle>
            <a:lvl1pPr>
              <a:defRPr sz="6000"/>
            </a:lvl1pPr>
          </a:lstStyle>
          <a:p>
            <a:r>
              <a:rPr lang="en-US"/>
              <a:t>Click to edit Master title style</a:t>
            </a:r>
          </a:p>
        </p:txBody>
      </p:sp>
      <p:pic>
        <p:nvPicPr>
          <p:cNvPr id="2" name="Picture 1" descr="A logo on a black background&#10;&#10;AI-generated content may be incorrect.">
            <a:extLst>
              <a:ext uri="{FF2B5EF4-FFF2-40B4-BE49-F238E27FC236}">
                <a16:creationId xmlns:a16="http://schemas.microsoft.com/office/drawing/2014/main" id="{E030E9E4-7722-AAB3-6537-4D3C17CA7C7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81353" y="290130"/>
            <a:ext cx="1972133" cy="883924"/>
          </a:xfrm>
          <a:prstGeom prst="rect">
            <a:avLst/>
          </a:prstGeom>
        </p:spPr>
      </p:pic>
    </p:spTree>
    <p:extLst>
      <p:ext uri="{BB962C8B-B14F-4D97-AF65-F5344CB8AC3E}">
        <p14:creationId xmlns:p14="http://schemas.microsoft.com/office/powerpoint/2010/main" val="36240433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84" userDrawn="1">
          <p15:clr>
            <a:srgbClr val="FBAE40"/>
          </p15:clr>
        </p15:guide>
        <p15:guide id="2" pos="6127">
          <p15:clr>
            <a:srgbClr val="5ACBF0"/>
          </p15:clr>
        </p15:guide>
        <p15:guide id="3" orient="horz" pos="191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Tree>
    <p:extLst>
      <p:ext uri="{BB962C8B-B14F-4D97-AF65-F5344CB8AC3E}">
        <p14:creationId xmlns:p14="http://schemas.microsoft.com/office/powerpoint/2010/main" val="34656498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12" name="Title 3">
            <a:extLst>
              <a:ext uri="{FF2B5EF4-FFF2-40B4-BE49-F238E27FC236}">
                <a16:creationId xmlns:a16="http://schemas.microsoft.com/office/drawing/2014/main" id="{629B222F-D5BC-3163-C07E-28EB281CFAE1}"/>
              </a:ext>
            </a:extLst>
          </p:cNvPr>
          <p:cNvSpPr txBox="1">
            <a:spLocks/>
          </p:cNvSpPr>
          <p:nvPr userDrawn="1"/>
        </p:nvSpPr>
        <p:spPr>
          <a:xfrm>
            <a:off x="1" y="0"/>
            <a:ext cx="1828800" cy="6822179"/>
          </a:xfrm>
          <a:prstGeom prst="rect">
            <a:avLst/>
          </a:prstGeom>
          <a:gradFill flip="none" rotWithShape="1">
            <a:gsLst>
              <a:gs pos="0">
                <a:srgbClr val="8449A9"/>
              </a:gs>
              <a:gs pos="100000">
                <a:srgbClr val="0538BB"/>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chemeClr val="bg1"/>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cxnSp>
        <p:nvCxnSpPr>
          <p:cNvPr id="26" name="Straight Connector 25">
            <a:extLst>
              <a:ext uri="{FF2B5EF4-FFF2-40B4-BE49-F238E27FC236}">
                <a16:creationId xmlns:a16="http://schemas.microsoft.com/office/drawing/2014/main" id="{C324C607-9B6E-4620-DEB4-B8FE904A9AE1}"/>
              </a:ext>
            </a:extLst>
          </p:cNvPr>
          <p:cNvCxnSpPr/>
          <p:nvPr userDrawn="1"/>
        </p:nvCxnSpPr>
        <p:spPr>
          <a:xfrm>
            <a:off x="3362142" y="2416111"/>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3E84D50-2045-E06F-7FA3-CBE874CA35A8}"/>
              </a:ext>
            </a:extLst>
          </p:cNvPr>
          <p:cNvCxnSpPr/>
          <p:nvPr userDrawn="1"/>
        </p:nvCxnSpPr>
        <p:spPr>
          <a:xfrm>
            <a:off x="3362142" y="3687762"/>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3BE64CC-2DC9-A95A-C36C-FF452184C3F2}"/>
              </a:ext>
            </a:extLst>
          </p:cNvPr>
          <p:cNvCxnSpPr/>
          <p:nvPr userDrawn="1"/>
        </p:nvCxnSpPr>
        <p:spPr>
          <a:xfrm>
            <a:off x="3362142" y="4959413"/>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D69C647-00FF-9272-2A14-434E60BBDBB4}"/>
              </a:ext>
            </a:extLst>
          </p:cNvPr>
          <p:cNvCxnSpPr/>
          <p:nvPr userDrawn="1"/>
        </p:nvCxnSpPr>
        <p:spPr>
          <a:xfrm>
            <a:off x="8077016" y="2416111"/>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2CE8E4F-D935-36F7-B124-09578B33BD09}"/>
              </a:ext>
            </a:extLst>
          </p:cNvPr>
          <p:cNvCxnSpPr/>
          <p:nvPr userDrawn="1"/>
        </p:nvCxnSpPr>
        <p:spPr>
          <a:xfrm>
            <a:off x="8077016" y="3687762"/>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0B0544D-5F71-0D69-81F1-F41CE9410351}"/>
              </a:ext>
            </a:extLst>
          </p:cNvPr>
          <p:cNvCxnSpPr/>
          <p:nvPr userDrawn="1"/>
        </p:nvCxnSpPr>
        <p:spPr>
          <a:xfrm>
            <a:off x="8077016" y="4959413"/>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298848" y="704850"/>
            <a:ext cx="1231106" cy="5412478"/>
          </a:xfrm>
        </p:spPr>
        <p:txBody>
          <a:bodyPr vert="vert270">
            <a:noAutofit/>
          </a:bodyPr>
          <a:lstStyle>
            <a:lvl1pPr algn="ctr">
              <a:defRPr sz="8000"/>
            </a:lvl1pPr>
          </a:lstStyle>
          <a:p>
            <a:r>
              <a:rPr lang="en-US"/>
              <a:t>AGENDA</a:t>
            </a:r>
          </a:p>
        </p:txBody>
      </p:sp>
      <p:sp>
        <p:nvSpPr>
          <p:cNvPr id="6" name="Text Placeholder 4">
            <a:extLst>
              <a:ext uri="{FF2B5EF4-FFF2-40B4-BE49-F238E27FC236}">
                <a16:creationId xmlns:a16="http://schemas.microsoft.com/office/drawing/2014/main" id="{BFCAA62A-D727-0272-C605-9B5EE79F92C7}"/>
              </a:ext>
            </a:extLst>
          </p:cNvPr>
          <p:cNvSpPr>
            <a:spLocks noGrp="1"/>
          </p:cNvSpPr>
          <p:nvPr>
            <p:ph type="body" sz="quarter" idx="10" hasCustomPrompt="1"/>
          </p:nvPr>
        </p:nvSpPr>
        <p:spPr>
          <a:xfrm>
            <a:off x="3362142" y="1472509"/>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8" name="Text Placeholder 4">
            <a:extLst>
              <a:ext uri="{FF2B5EF4-FFF2-40B4-BE49-F238E27FC236}">
                <a16:creationId xmlns:a16="http://schemas.microsoft.com/office/drawing/2014/main" id="{EB204ED8-AA53-E68A-BA62-EA3DABFF3CBF}"/>
              </a:ext>
            </a:extLst>
          </p:cNvPr>
          <p:cNvSpPr>
            <a:spLocks noGrp="1"/>
          </p:cNvSpPr>
          <p:nvPr>
            <p:ph type="body" sz="quarter" idx="11" hasCustomPrompt="1"/>
          </p:nvPr>
        </p:nvSpPr>
        <p:spPr>
          <a:xfrm>
            <a:off x="8077016" y="1472509"/>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9" name="Text Placeholder 4">
            <a:extLst>
              <a:ext uri="{FF2B5EF4-FFF2-40B4-BE49-F238E27FC236}">
                <a16:creationId xmlns:a16="http://schemas.microsoft.com/office/drawing/2014/main" id="{521E0D50-C05E-2148-5B4B-CA4C6802702E}"/>
              </a:ext>
            </a:extLst>
          </p:cNvPr>
          <p:cNvSpPr>
            <a:spLocks noGrp="1"/>
          </p:cNvSpPr>
          <p:nvPr>
            <p:ph type="body" sz="quarter" idx="12" hasCustomPrompt="1"/>
          </p:nvPr>
        </p:nvSpPr>
        <p:spPr>
          <a:xfrm>
            <a:off x="3362142" y="2744160"/>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10" name="Text Placeholder 4">
            <a:extLst>
              <a:ext uri="{FF2B5EF4-FFF2-40B4-BE49-F238E27FC236}">
                <a16:creationId xmlns:a16="http://schemas.microsoft.com/office/drawing/2014/main" id="{4BB2511C-FA6B-786F-A4C7-3DC05FBAD19E}"/>
              </a:ext>
            </a:extLst>
          </p:cNvPr>
          <p:cNvSpPr>
            <a:spLocks noGrp="1"/>
          </p:cNvSpPr>
          <p:nvPr>
            <p:ph type="body" sz="quarter" idx="13" hasCustomPrompt="1"/>
          </p:nvPr>
        </p:nvSpPr>
        <p:spPr>
          <a:xfrm>
            <a:off x="8077016" y="2744160"/>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11" name="Text Placeholder 4">
            <a:extLst>
              <a:ext uri="{FF2B5EF4-FFF2-40B4-BE49-F238E27FC236}">
                <a16:creationId xmlns:a16="http://schemas.microsoft.com/office/drawing/2014/main" id="{84401C60-F88F-7DB3-5EDC-F351AA89E476}"/>
              </a:ext>
            </a:extLst>
          </p:cNvPr>
          <p:cNvSpPr>
            <a:spLocks noGrp="1"/>
          </p:cNvSpPr>
          <p:nvPr>
            <p:ph type="body" sz="quarter" idx="14" hasCustomPrompt="1"/>
          </p:nvPr>
        </p:nvSpPr>
        <p:spPr>
          <a:xfrm>
            <a:off x="3362142" y="4015813"/>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13" name="Text Placeholder 4">
            <a:extLst>
              <a:ext uri="{FF2B5EF4-FFF2-40B4-BE49-F238E27FC236}">
                <a16:creationId xmlns:a16="http://schemas.microsoft.com/office/drawing/2014/main" id="{4F0E90F9-865C-2FDD-F964-D0A439FADDE4}"/>
              </a:ext>
            </a:extLst>
          </p:cNvPr>
          <p:cNvSpPr>
            <a:spLocks noGrp="1"/>
          </p:cNvSpPr>
          <p:nvPr>
            <p:ph type="body" sz="quarter" idx="15" hasCustomPrompt="1"/>
          </p:nvPr>
        </p:nvSpPr>
        <p:spPr>
          <a:xfrm>
            <a:off x="8077016" y="4015813"/>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14" name="Text Placeholder 4">
            <a:extLst>
              <a:ext uri="{FF2B5EF4-FFF2-40B4-BE49-F238E27FC236}">
                <a16:creationId xmlns:a16="http://schemas.microsoft.com/office/drawing/2014/main" id="{55A1A458-F1AF-98F6-ACB5-57CF62E96644}"/>
              </a:ext>
            </a:extLst>
          </p:cNvPr>
          <p:cNvSpPr>
            <a:spLocks noGrp="1"/>
          </p:cNvSpPr>
          <p:nvPr>
            <p:ph type="body" sz="quarter" idx="16" hasCustomPrompt="1"/>
          </p:nvPr>
        </p:nvSpPr>
        <p:spPr>
          <a:xfrm>
            <a:off x="3362142" y="5287463"/>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15" name="Text Placeholder 4">
            <a:extLst>
              <a:ext uri="{FF2B5EF4-FFF2-40B4-BE49-F238E27FC236}">
                <a16:creationId xmlns:a16="http://schemas.microsoft.com/office/drawing/2014/main" id="{AEDA8387-0AE1-03F1-FEBA-E00B2A9F1CDA}"/>
              </a:ext>
            </a:extLst>
          </p:cNvPr>
          <p:cNvSpPr>
            <a:spLocks noGrp="1"/>
          </p:cNvSpPr>
          <p:nvPr>
            <p:ph type="body" sz="quarter" idx="17" hasCustomPrompt="1"/>
          </p:nvPr>
        </p:nvSpPr>
        <p:spPr>
          <a:xfrm>
            <a:off x="8077016" y="5287463"/>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38" name="Text Placeholder 31">
            <a:extLst>
              <a:ext uri="{FF2B5EF4-FFF2-40B4-BE49-F238E27FC236}">
                <a16:creationId xmlns:a16="http://schemas.microsoft.com/office/drawing/2014/main" id="{82CE9398-7433-9B5B-9954-2F3D03E21ECE}"/>
              </a:ext>
            </a:extLst>
          </p:cNvPr>
          <p:cNvSpPr>
            <a:spLocks noGrp="1"/>
          </p:cNvSpPr>
          <p:nvPr>
            <p:ph type="body" sz="quarter" idx="20" hasCustomPrompt="1"/>
          </p:nvPr>
        </p:nvSpPr>
        <p:spPr>
          <a:xfrm>
            <a:off x="2470150" y="2708339"/>
            <a:ext cx="687196" cy="687196"/>
          </a:xfrm>
          <a:prstGeom prst="ellipse">
            <a:avLst/>
          </a:prstGeom>
          <a:solidFill>
            <a:srgbClr val="091F2C"/>
          </a:solidFill>
          <a:ln w="3175">
            <a:solidFill>
              <a:schemeClr val="tx1">
                <a:alpha val="27000"/>
              </a:schemeClr>
            </a:solidFill>
          </a:ln>
        </p:spPr>
        <p:txBody>
          <a:bodyPr anchor="ctr">
            <a:noAutofit/>
          </a:bodyPr>
          <a:lstStyle>
            <a:lvl1pPr algn="ctr">
              <a:buNone/>
              <a:defRPr sz="3200" b="1">
                <a:solidFill>
                  <a:schemeClr val="accent1"/>
                </a:solidFill>
                <a:latin typeface="+mn-lt"/>
              </a:defRPr>
            </a:lvl1pPr>
          </a:lstStyle>
          <a:p>
            <a:pPr lvl="0"/>
            <a:r>
              <a:rPr lang="en-US"/>
              <a:t>2</a:t>
            </a:r>
          </a:p>
        </p:txBody>
      </p:sp>
      <p:sp>
        <p:nvSpPr>
          <p:cNvPr id="45" name="Oval 44">
            <a:extLst>
              <a:ext uri="{FF2B5EF4-FFF2-40B4-BE49-F238E27FC236}">
                <a16:creationId xmlns:a16="http://schemas.microsoft.com/office/drawing/2014/main" id="{16B77EEF-CF89-3A51-3FB1-DC1BC8FA4938}"/>
              </a:ext>
            </a:extLst>
          </p:cNvPr>
          <p:cNvSpPr/>
          <p:nvPr userDrawn="1"/>
        </p:nvSpPr>
        <p:spPr bwMode="auto">
          <a:xfrm>
            <a:off x="2470150" y="2708339"/>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2</a:t>
            </a:r>
          </a:p>
        </p:txBody>
      </p:sp>
      <p:sp>
        <p:nvSpPr>
          <p:cNvPr id="46" name="Oval 45">
            <a:extLst>
              <a:ext uri="{FF2B5EF4-FFF2-40B4-BE49-F238E27FC236}">
                <a16:creationId xmlns:a16="http://schemas.microsoft.com/office/drawing/2014/main" id="{34EED089-899E-9B4B-1332-84B1B197A37D}"/>
              </a:ext>
            </a:extLst>
          </p:cNvPr>
          <p:cNvSpPr/>
          <p:nvPr userDrawn="1"/>
        </p:nvSpPr>
        <p:spPr bwMode="auto">
          <a:xfrm>
            <a:off x="2470150" y="1436688"/>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1</a:t>
            </a:r>
          </a:p>
        </p:txBody>
      </p:sp>
      <p:sp>
        <p:nvSpPr>
          <p:cNvPr id="47" name="Oval 46">
            <a:extLst>
              <a:ext uri="{FF2B5EF4-FFF2-40B4-BE49-F238E27FC236}">
                <a16:creationId xmlns:a16="http://schemas.microsoft.com/office/drawing/2014/main" id="{2EC0CF99-EFDC-0B15-9717-6A90C25BFE03}"/>
              </a:ext>
            </a:extLst>
          </p:cNvPr>
          <p:cNvSpPr/>
          <p:nvPr userDrawn="1"/>
        </p:nvSpPr>
        <p:spPr bwMode="auto">
          <a:xfrm>
            <a:off x="2470150" y="5251641"/>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4</a:t>
            </a:r>
          </a:p>
        </p:txBody>
      </p:sp>
      <p:sp>
        <p:nvSpPr>
          <p:cNvPr id="48" name="Oval 47">
            <a:extLst>
              <a:ext uri="{FF2B5EF4-FFF2-40B4-BE49-F238E27FC236}">
                <a16:creationId xmlns:a16="http://schemas.microsoft.com/office/drawing/2014/main" id="{7B42A3CF-6F26-8D15-F208-7CEE5DB5E516}"/>
              </a:ext>
            </a:extLst>
          </p:cNvPr>
          <p:cNvSpPr/>
          <p:nvPr userDrawn="1"/>
        </p:nvSpPr>
        <p:spPr bwMode="auto">
          <a:xfrm>
            <a:off x="2470150" y="3979992"/>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3</a:t>
            </a:r>
          </a:p>
        </p:txBody>
      </p:sp>
      <p:sp>
        <p:nvSpPr>
          <p:cNvPr id="49" name="Oval 48">
            <a:extLst>
              <a:ext uri="{FF2B5EF4-FFF2-40B4-BE49-F238E27FC236}">
                <a16:creationId xmlns:a16="http://schemas.microsoft.com/office/drawing/2014/main" id="{9EDD5216-EDDD-0EEB-329E-3B3C7123034B}"/>
              </a:ext>
            </a:extLst>
          </p:cNvPr>
          <p:cNvSpPr/>
          <p:nvPr userDrawn="1"/>
        </p:nvSpPr>
        <p:spPr bwMode="auto">
          <a:xfrm>
            <a:off x="7185024" y="2708339"/>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6</a:t>
            </a:r>
          </a:p>
        </p:txBody>
      </p:sp>
      <p:sp>
        <p:nvSpPr>
          <p:cNvPr id="50" name="Oval 49">
            <a:extLst>
              <a:ext uri="{FF2B5EF4-FFF2-40B4-BE49-F238E27FC236}">
                <a16:creationId xmlns:a16="http://schemas.microsoft.com/office/drawing/2014/main" id="{6387AF57-2674-E5C0-C3AC-36A5F38D2933}"/>
              </a:ext>
            </a:extLst>
          </p:cNvPr>
          <p:cNvSpPr/>
          <p:nvPr userDrawn="1"/>
        </p:nvSpPr>
        <p:spPr bwMode="auto">
          <a:xfrm>
            <a:off x="7185024" y="1436688"/>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5</a:t>
            </a:r>
          </a:p>
        </p:txBody>
      </p:sp>
      <p:sp>
        <p:nvSpPr>
          <p:cNvPr id="51" name="Oval 50">
            <a:extLst>
              <a:ext uri="{FF2B5EF4-FFF2-40B4-BE49-F238E27FC236}">
                <a16:creationId xmlns:a16="http://schemas.microsoft.com/office/drawing/2014/main" id="{429A9B74-E02B-F7CA-8366-8699080EB397}"/>
              </a:ext>
            </a:extLst>
          </p:cNvPr>
          <p:cNvSpPr/>
          <p:nvPr userDrawn="1"/>
        </p:nvSpPr>
        <p:spPr bwMode="auto">
          <a:xfrm>
            <a:off x="7185024" y="5251641"/>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8</a:t>
            </a:r>
          </a:p>
        </p:txBody>
      </p:sp>
      <p:sp>
        <p:nvSpPr>
          <p:cNvPr id="52" name="Oval 51">
            <a:extLst>
              <a:ext uri="{FF2B5EF4-FFF2-40B4-BE49-F238E27FC236}">
                <a16:creationId xmlns:a16="http://schemas.microsoft.com/office/drawing/2014/main" id="{4688EEE8-B1A0-3C9E-589E-EC80C19CC870}"/>
              </a:ext>
            </a:extLst>
          </p:cNvPr>
          <p:cNvSpPr/>
          <p:nvPr userDrawn="1"/>
        </p:nvSpPr>
        <p:spPr bwMode="auto">
          <a:xfrm>
            <a:off x="7185024" y="3979992"/>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7</a:t>
            </a:r>
          </a:p>
        </p:txBody>
      </p:sp>
    </p:spTree>
    <p:extLst>
      <p:ext uri="{BB962C8B-B14F-4D97-AF65-F5344CB8AC3E}">
        <p14:creationId xmlns:p14="http://schemas.microsoft.com/office/powerpoint/2010/main" val="159950461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36" userDrawn="1">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2">
    <p:spTree>
      <p:nvGrpSpPr>
        <p:cNvPr id="1" name=""/>
        <p:cNvGrpSpPr/>
        <p:nvPr/>
      </p:nvGrpSpPr>
      <p:grpSpPr>
        <a:xfrm>
          <a:off x="0" y="0"/>
          <a:ext cx="0" cy="0"/>
          <a:chOff x="0" y="0"/>
          <a:chExt cx="0" cy="0"/>
        </a:xfrm>
      </p:grpSpPr>
      <p:sp>
        <p:nvSpPr>
          <p:cNvPr id="63" name="Title 1">
            <a:extLst>
              <a:ext uri="{FF2B5EF4-FFF2-40B4-BE49-F238E27FC236}">
                <a16:creationId xmlns:a16="http://schemas.microsoft.com/office/drawing/2014/main" id="{61837213-2F00-7C5C-F362-8E16E7E5983A}"/>
              </a:ext>
            </a:extLst>
          </p:cNvPr>
          <p:cNvSpPr txBox="1">
            <a:spLocks/>
          </p:cNvSpPr>
          <p:nvPr userDrawn="1"/>
        </p:nvSpPr>
        <p:spPr>
          <a:xfrm>
            <a:off x="584200" y="556959"/>
            <a:ext cx="3390900" cy="877824"/>
          </a:xfrm>
          <a:prstGeom prst="roundRect">
            <a:avLst>
              <a:gd name="adj" fmla="val 50108"/>
            </a:avLst>
          </a:prstGeom>
          <a:gradFill>
            <a:gsLst>
              <a:gs pos="0">
                <a:srgbClr val="8449A9"/>
              </a:gs>
              <a:gs pos="100000">
                <a:srgbClr val="0538BB"/>
              </a:gs>
            </a:gsLst>
            <a:lin ang="2700000" scaled="1"/>
          </a:gradFill>
        </p:spPr>
        <p:txBody>
          <a:bodyPr vert="horz" wrap="square" lIns="0" tIns="0" rIns="0" bIns="0" rtlCol="0" anchor="ctr">
            <a:noAutofit/>
          </a:bodyPr>
          <a:lstStyle>
            <a:lvl1pPr marL="742950" indent="0" algn="l" defTabSz="932742" rtl="0" eaLnBrk="1" latinLnBrk="0" hangingPunct="1">
              <a:lnSpc>
                <a:spcPct val="100000"/>
              </a:lnSpc>
              <a:spcBef>
                <a:spcPct val="0"/>
              </a:spcBef>
              <a:buNone/>
              <a:defRPr lang="en-US" sz="4000" b="0" kern="1200" cap="none" spc="-50" baseline="0" dirty="0" smtClean="0">
                <a:ln w="3175">
                  <a:noFill/>
                </a:ln>
                <a:solidFill>
                  <a:schemeClr val="tx1"/>
                </a:solidFill>
                <a:effectLst/>
                <a:latin typeface="Aptos SemiBold" panose="020B0004020202020204" pitchFamily="34" charset="0"/>
                <a:ea typeface="+mn-ea"/>
                <a:cs typeface="Segoe UI" pitchFamily="34" charset="0"/>
              </a:defRPr>
            </a:lvl1pPr>
          </a:lstStyle>
          <a:p>
            <a:endParaRPr lang="en-US"/>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3" name="Title 1">
            <a:extLst>
              <a:ext uri="{FF2B5EF4-FFF2-40B4-BE49-F238E27FC236}">
                <a16:creationId xmlns:a16="http://schemas.microsoft.com/office/drawing/2014/main" id="{2F6C29B5-D986-9324-FCA9-94495855D843}"/>
              </a:ext>
            </a:extLst>
          </p:cNvPr>
          <p:cNvSpPr>
            <a:spLocks noGrp="1"/>
          </p:cNvSpPr>
          <p:nvPr>
            <p:ph type="title" hasCustomPrompt="1"/>
          </p:nvPr>
        </p:nvSpPr>
        <p:spPr>
          <a:xfrm>
            <a:off x="1609412" y="688094"/>
            <a:ext cx="1943161" cy="615553"/>
          </a:xfrm>
          <a:prstGeom prst="rect">
            <a:avLst/>
          </a:prstGeom>
          <a:noFill/>
        </p:spPr>
        <p:txBody>
          <a:bodyPr wrap="square" anchor="ctr">
            <a:spAutoFit/>
          </a:bodyPr>
          <a:lstStyle>
            <a:lvl1pPr marL="0" indent="0">
              <a:defRPr sz="4000"/>
            </a:lvl1pPr>
          </a:lstStyle>
          <a:p>
            <a:r>
              <a:rPr lang="en-US"/>
              <a:t>AGENDA</a:t>
            </a:r>
          </a:p>
        </p:txBody>
      </p:sp>
      <p:sp>
        <p:nvSpPr>
          <p:cNvPr id="4" name="Rectangle 3">
            <a:extLst>
              <a:ext uri="{FF2B5EF4-FFF2-40B4-BE49-F238E27FC236}">
                <a16:creationId xmlns:a16="http://schemas.microsoft.com/office/drawing/2014/main" id="{1CBDF14E-C1F4-5208-C988-86EEB1382F8C}"/>
              </a:ext>
            </a:extLst>
          </p:cNvPr>
          <p:cNvSpPr/>
          <p:nvPr userDrawn="1"/>
        </p:nvSpPr>
        <p:spPr bwMode="auto">
          <a:xfrm>
            <a:off x="0" y="1711927"/>
            <a:ext cx="12192000" cy="4650773"/>
          </a:xfrm>
          <a:prstGeom prst="rect">
            <a:avLst/>
          </a:prstGeom>
          <a:solidFill>
            <a:schemeClr val="tx1">
              <a:alpha val="7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146304" rIns="182880" bIns="146304" numCol="1" spcCol="0" rtlCol="0" fromWordArt="0" anchor="ctr" anchorCtr="0" forceAA="0" compatLnSpc="1">
            <a:prstTxWarp prst="textNoShape">
              <a:avLst/>
            </a:prstTxWarp>
            <a:normAutofit/>
          </a:bodyPr>
          <a:lstStyle/>
          <a:p>
            <a:pPr defTabSz="932114" fontAlgn="base">
              <a:spcBef>
                <a:spcPct val="0"/>
              </a:spcBef>
              <a:spcAft>
                <a:spcPct val="0"/>
              </a:spcAft>
            </a:pPr>
            <a:endParaRPr lang="en-US" sz="1200" err="1">
              <a:solidFill>
                <a:srgbClr val="FFFFFF"/>
              </a:solidFill>
              <a:latin typeface="Segoe UI Semibold"/>
              <a:cs typeface="Segoe UI" pitchFamily="34" charset="0"/>
            </a:endParaRPr>
          </a:p>
        </p:txBody>
      </p:sp>
      <p:cxnSp>
        <p:nvCxnSpPr>
          <p:cNvPr id="22" name="Straight Connector 21">
            <a:extLst>
              <a:ext uri="{FF2B5EF4-FFF2-40B4-BE49-F238E27FC236}">
                <a16:creationId xmlns:a16="http://schemas.microsoft.com/office/drawing/2014/main" id="{1D79FECC-2080-6B5D-93B4-DB21ABF0A051}"/>
              </a:ext>
            </a:extLst>
          </p:cNvPr>
          <p:cNvCxnSpPr>
            <a:cxnSpLocks/>
          </p:cNvCxnSpPr>
          <p:nvPr userDrawn="1"/>
        </p:nvCxnSpPr>
        <p:spPr>
          <a:xfrm>
            <a:off x="1350962" y="2874621"/>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9834E87-35A9-476B-9068-0B52ADE4E99C}"/>
              </a:ext>
            </a:extLst>
          </p:cNvPr>
          <p:cNvCxnSpPr>
            <a:cxnSpLocks/>
          </p:cNvCxnSpPr>
          <p:nvPr userDrawn="1"/>
        </p:nvCxnSpPr>
        <p:spPr>
          <a:xfrm>
            <a:off x="1350962" y="4037315"/>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69040A5-BC74-BDEA-E89B-C30EB27461EF}"/>
              </a:ext>
            </a:extLst>
          </p:cNvPr>
          <p:cNvCxnSpPr>
            <a:cxnSpLocks/>
          </p:cNvCxnSpPr>
          <p:nvPr userDrawn="1"/>
        </p:nvCxnSpPr>
        <p:spPr>
          <a:xfrm>
            <a:off x="1350962" y="5200009"/>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09E44DC-7CB8-81D8-9C56-277CD9233843}"/>
              </a:ext>
            </a:extLst>
          </p:cNvPr>
          <p:cNvCxnSpPr>
            <a:cxnSpLocks/>
          </p:cNvCxnSpPr>
          <p:nvPr userDrawn="1"/>
        </p:nvCxnSpPr>
        <p:spPr>
          <a:xfrm>
            <a:off x="7010399" y="2874621"/>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9A07A36-634B-1E9A-B2E0-699269172C1C}"/>
              </a:ext>
            </a:extLst>
          </p:cNvPr>
          <p:cNvCxnSpPr>
            <a:cxnSpLocks/>
          </p:cNvCxnSpPr>
          <p:nvPr userDrawn="1"/>
        </p:nvCxnSpPr>
        <p:spPr>
          <a:xfrm>
            <a:off x="7010399" y="4037315"/>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1BB4B92-84F4-9E22-C1A1-FE19C497EF22}"/>
              </a:ext>
            </a:extLst>
          </p:cNvPr>
          <p:cNvCxnSpPr>
            <a:cxnSpLocks/>
          </p:cNvCxnSpPr>
          <p:nvPr userDrawn="1"/>
        </p:nvCxnSpPr>
        <p:spPr>
          <a:xfrm>
            <a:off x="7010399" y="5200009"/>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53" name="Text Placeholder 4">
            <a:extLst>
              <a:ext uri="{FF2B5EF4-FFF2-40B4-BE49-F238E27FC236}">
                <a16:creationId xmlns:a16="http://schemas.microsoft.com/office/drawing/2014/main" id="{BFCAA62A-D727-0272-C605-9B5EE79F92C7}"/>
              </a:ext>
            </a:extLst>
          </p:cNvPr>
          <p:cNvSpPr>
            <a:spLocks noGrp="1"/>
          </p:cNvSpPr>
          <p:nvPr>
            <p:ph type="body" sz="quarter" idx="10" hasCustomPrompt="1"/>
          </p:nvPr>
        </p:nvSpPr>
        <p:spPr>
          <a:xfrm>
            <a:off x="1350962" y="2016275"/>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4" name="Text Placeholder 4">
            <a:extLst>
              <a:ext uri="{FF2B5EF4-FFF2-40B4-BE49-F238E27FC236}">
                <a16:creationId xmlns:a16="http://schemas.microsoft.com/office/drawing/2014/main" id="{EB204ED8-AA53-E68A-BA62-EA3DABFF3CBF}"/>
              </a:ext>
            </a:extLst>
          </p:cNvPr>
          <p:cNvSpPr>
            <a:spLocks noGrp="1"/>
          </p:cNvSpPr>
          <p:nvPr>
            <p:ph type="body" sz="quarter" idx="11" hasCustomPrompt="1"/>
          </p:nvPr>
        </p:nvSpPr>
        <p:spPr>
          <a:xfrm>
            <a:off x="7010399" y="2016275"/>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5" name="Text Placeholder 4">
            <a:extLst>
              <a:ext uri="{FF2B5EF4-FFF2-40B4-BE49-F238E27FC236}">
                <a16:creationId xmlns:a16="http://schemas.microsoft.com/office/drawing/2014/main" id="{22D33420-D41A-87FA-1A50-B913F8753F06}"/>
              </a:ext>
            </a:extLst>
          </p:cNvPr>
          <p:cNvSpPr>
            <a:spLocks noGrp="1"/>
          </p:cNvSpPr>
          <p:nvPr>
            <p:ph type="body" sz="quarter" idx="26" hasCustomPrompt="1"/>
          </p:nvPr>
        </p:nvSpPr>
        <p:spPr>
          <a:xfrm>
            <a:off x="1350962" y="3178969"/>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6" name="Text Placeholder 4">
            <a:extLst>
              <a:ext uri="{FF2B5EF4-FFF2-40B4-BE49-F238E27FC236}">
                <a16:creationId xmlns:a16="http://schemas.microsoft.com/office/drawing/2014/main" id="{D344184C-BD00-5D2D-B837-743B3B8499C0}"/>
              </a:ext>
            </a:extLst>
          </p:cNvPr>
          <p:cNvSpPr>
            <a:spLocks noGrp="1"/>
          </p:cNvSpPr>
          <p:nvPr>
            <p:ph type="body" sz="quarter" idx="27" hasCustomPrompt="1"/>
          </p:nvPr>
        </p:nvSpPr>
        <p:spPr>
          <a:xfrm>
            <a:off x="7010399" y="3178969"/>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7" name="Text Placeholder 4">
            <a:extLst>
              <a:ext uri="{FF2B5EF4-FFF2-40B4-BE49-F238E27FC236}">
                <a16:creationId xmlns:a16="http://schemas.microsoft.com/office/drawing/2014/main" id="{09877C7B-61F8-A6A4-0BC6-9232EF27C831}"/>
              </a:ext>
            </a:extLst>
          </p:cNvPr>
          <p:cNvSpPr>
            <a:spLocks noGrp="1"/>
          </p:cNvSpPr>
          <p:nvPr>
            <p:ph type="body" sz="quarter" idx="28" hasCustomPrompt="1"/>
          </p:nvPr>
        </p:nvSpPr>
        <p:spPr>
          <a:xfrm>
            <a:off x="1350962" y="4341663"/>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8" name="Text Placeholder 4">
            <a:extLst>
              <a:ext uri="{FF2B5EF4-FFF2-40B4-BE49-F238E27FC236}">
                <a16:creationId xmlns:a16="http://schemas.microsoft.com/office/drawing/2014/main" id="{B0E1B07C-0A2D-DF62-01AF-23567A01FB0D}"/>
              </a:ext>
            </a:extLst>
          </p:cNvPr>
          <p:cNvSpPr>
            <a:spLocks noGrp="1"/>
          </p:cNvSpPr>
          <p:nvPr>
            <p:ph type="body" sz="quarter" idx="29" hasCustomPrompt="1"/>
          </p:nvPr>
        </p:nvSpPr>
        <p:spPr>
          <a:xfrm>
            <a:off x="7010399" y="4341663"/>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9" name="Text Placeholder 4">
            <a:extLst>
              <a:ext uri="{FF2B5EF4-FFF2-40B4-BE49-F238E27FC236}">
                <a16:creationId xmlns:a16="http://schemas.microsoft.com/office/drawing/2014/main" id="{2BA4E47C-8268-BDAE-77F6-231FF8E392F0}"/>
              </a:ext>
            </a:extLst>
          </p:cNvPr>
          <p:cNvSpPr>
            <a:spLocks noGrp="1"/>
          </p:cNvSpPr>
          <p:nvPr>
            <p:ph type="body" sz="quarter" idx="30" hasCustomPrompt="1"/>
          </p:nvPr>
        </p:nvSpPr>
        <p:spPr>
          <a:xfrm>
            <a:off x="1350962" y="5504357"/>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60" name="Text Placeholder 4">
            <a:extLst>
              <a:ext uri="{FF2B5EF4-FFF2-40B4-BE49-F238E27FC236}">
                <a16:creationId xmlns:a16="http://schemas.microsoft.com/office/drawing/2014/main" id="{23B5589D-4946-7EC5-347F-9200FEC31C47}"/>
              </a:ext>
            </a:extLst>
          </p:cNvPr>
          <p:cNvSpPr>
            <a:spLocks noGrp="1"/>
          </p:cNvSpPr>
          <p:nvPr>
            <p:ph type="body" sz="quarter" idx="31" hasCustomPrompt="1"/>
          </p:nvPr>
        </p:nvSpPr>
        <p:spPr>
          <a:xfrm>
            <a:off x="7010399" y="5504357"/>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62" name="Graphic 158">
            <a:extLst>
              <a:ext uri="{FF2B5EF4-FFF2-40B4-BE49-F238E27FC236}">
                <a16:creationId xmlns:a16="http://schemas.microsoft.com/office/drawing/2014/main" id="{C90E6E46-4278-EFAD-A2FA-C632CAFCCD85}"/>
              </a:ext>
              <a:ext uri="{C183D7F6-B498-43B3-948B-1728B52AA6E4}">
                <adec:decorative xmlns:adec="http://schemas.microsoft.com/office/drawing/2017/decorative" val="1"/>
              </a:ext>
            </a:extLst>
          </p:cNvPr>
          <p:cNvSpPr/>
          <p:nvPr userDrawn="1"/>
        </p:nvSpPr>
        <p:spPr>
          <a:xfrm>
            <a:off x="843920" y="705220"/>
            <a:ext cx="539586" cy="581302"/>
          </a:xfrm>
          <a:custGeom>
            <a:avLst/>
            <a:gdLst>
              <a:gd name="connsiteX0" fmla="*/ 161925 w 247650"/>
              <a:gd name="connsiteY0" fmla="*/ 97 h 266796"/>
              <a:gd name="connsiteX1" fmla="*/ 171348 w 247650"/>
              <a:gd name="connsiteY1" fmla="*/ 8326 h 266796"/>
              <a:gd name="connsiteX2" fmla="*/ 171450 w 247650"/>
              <a:gd name="connsiteY2" fmla="*/ 9622 h 266796"/>
              <a:gd name="connsiteX3" fmla="*/ 171450 w 247650"/>
              <a:gd name="connsiteY3" fmla="*/ 19134 h 266796"/>
              <a:gd name="connsiteX4" fmla="*/ 180962 w 247650"/>
              <a:gd name="connsiteY4" fmla="*/ 19134 h 266796"/>
              <a:gd name="connsiteX5" fmla="*/ 209537 w 247650"/>
              <a:gd name="connsiteY5" fmla="*/ 47709 h 266796"/>
              <a:gd name="connsiteX6" fmla="*/ 209537 w 247650"/>
              <a:gd name="connsiteY6" fmla="*/ 102675 h 266796"/>
              <a:gd name="connsiteX7" fmla="*/ 143825 w 247650"/>
              <a:gd name="connsiteY7" fmla="*/ 117610 h 266796"/>
              <a:gd name="connsiteX8" fmla="*/ 139230 w 247650"/>
              <a:gd name="connsiteY8" fmla="*/ 127097 h 266796"/>
              <a:gd name="connsiteX9" fmla="*/ 47600 w 247650"/>
              <a:gd name="connsiteY9" fmla="*/ 127097 h 266796"/>
              <a:gd name="connsiteX10" fmla="*/ 46304 w 247650"/>
              <a:gd name="connsiteY10" fmla="*/ 127186 h 266796"/>
              <a:gd name="connsiteX11" fmla="*/ 38166 w 247650"/>
              <a:gd name="connsiteY11" fmla="*/ 137920 h 266796"/>
              <a:gd name="connsiteX12" fmla="*/ 46304 w 247650"/>
              <a:gd name="connsiteY12" fmla="*/ 146058 h 266796"/>
              <a:gd name="connsiteX13" fmla="*/ 47600 w 247650"/>
              <a:gd name="connsiteY13" fmla="*/ 146147 h 266796"/>
              <a:gd name="connsiteX14" fmla="*/ 136627 w 247650"/>
              <a:gd name="connsiteY14" fmla="*/ 146147 h 266796"/>
              <a:gd name="connsiteX15" fmla="*/ 151765 w 247650"/>
              <a:gd name="connsiteY15" fmla="*/ 177897 h 266796"/>
              <a:gd name="connsiteX16" fmla="*/ 139687 w 247650"/>
              <a:gd name="connsiteY16" fmla="*/ 177897 h 266796"/>
              <a:gd name="connsiteX17" fmla="*/ 107937 w 247650"/>
              <a:gd name="connsiteY17" fmla="*/ 209647 h 266796"/>
              <a:gd name="connsiteX18" fmla="*/ 107937 w 247650"/>
              <a:gd name="connsiteY18" fmla="*/ 215997 h 266796"/>
              <a:gd name="connsiteX19" fmla="*/ 122834 w 247650"/>
              <a:gd name="connsiteY19" fmla="*/ 254160 h 266796"/>
              <a:gd name="connsiteX20" fmla="*/ 28600 w 247650"/>
              <a:gd name="connsiteY20" fmla="*/ 254160 h 266796"/>
              <a:gd name="connsiteX21" fmla="*/ 25 w 247650"/>
              <a:gd name="connsiteY21" fmla="*/ 225585 h 266796"/>
              <a:gd name="connsiteX22" fmla="*/ 0 w 247650"/>
              <a:gd name="connsiteY22" fmla="*/ 47722 h 266796"/>
              <a:gd name="connsiteX23" fmla="*/ 28575 w 247650"/>
              <a:gd name="connsiteY23" fmla="*/ 19147 h 266796"/>
              <a:gd name="connsiteX24" fmla="*/ 38062 w 247650"/>
              <a:gd name="connsiteY24" fmla="*/ 19134 h 266796"/>
              <a:gd name="connsiteX25" fmla="*/ 38062 w 247650"/>
              <a:gd name="connsiteY25" fmla="*/ 9622 h 266796"/>
              <a:gd name="connsiteX26" fmla="*/ 47490 w 247650"/>
              <a:gd name="connsiteY26" fmla="*/ 1 h 266796"/>
              <a:gd name="connsiteX27" fmla="*/ 57036 w 247650"/>
              <a:gd name="connsiteY27" fmla="*/ 8326 h 266796"/>
              <a:gd name="connsiteX28" fmla="*/ 57125 w 247650"/>
              <a:gd name="connsiteY28" fmla="*/ 9622 h 266796"/>
              <a:gd name="connsiteX29" fmla="*/ 57125 w 247650"/>
              <a:gd name="connsiteY29" fmla="*/ 19134 h 266796"/>
              <a:gd name="connsiteX30" fmla="*/ 95250 w 247650"/>
              <a:gd name="connsiteY30" fmla="*/ 19134 h 266796"/>
              <a:gd name="connsiteX31" fmla="*/ 95250 w 247650"/>
              <a:gd name="connsiteY31" fmla="*/ 9622 h 266796"/>
              <a:gd name="connsiteX32" fmla="*/ 104678 w 247650"/>
              <a:gd name="connsiteY32" fmla="*/ 1 h 266796"/>
              <a:gd name="connsiteX33" fmla="*/ 114224 w 247650"/>
              <a:gd name="connsiteY33" fmla="*/ 8326 h 266796"/>
              <a:gd name="connsiteX34" fmla="*/ 114313 w 247650"/>
              <a:gd name="connsiteY34" fmla="*/ 9622 h 266796"/>
              <a:gd name="connsiteX35" fmla="*/ 114313 w 247650"/>
              <a:gd name="connsiteY35" fmla="*/ 19134 h 266796"/>
              <a:gd name="connsiteX36" fmla="*/ 152387 w 247650"/>
              <a:gd name="connsiteY36" fmla="*/ 19134 h 266796"/>
              <a:gd name="connsiteX37" fmla="*/ 152387 w 247650"/>
              <a:gd name="connsiteY37" fmla="*/ 9622 h 266796"/>
              <a:gd name="connsiteX38" fmla="*/ 161912 w 247650"/>
              <a:gd name="connsiteY38" fmla="*/ 97 h 266796"/>
              <a:gd name="connsiteX39" fmla="*/ 98387 w 247650"/>
              <a:gd name="connsiteY39" fmla="*/ 177897 h 266796"/>
              <a:gd name="connsiteX40" fmla="*/ 47600 w 247650"/>
              <a:gd name="connsiteY40" fmla="*/ 177897 h 266796"/>
              <a:gd name="connsiteX41" fmla="*/ 46304 w 247650"/>
              <a:gd name="connsiteY41" fmla="*/ 177986 h 266796"/>
              <a:gd name="connsiteX42" fmla="*/ 38166 w 247650"/>
              <a:gd name="connsiteY42" fmla="*/ 188720 h 266796"/>
              <a:gd name="connsiteX43" fmla="*/ 46304 w 247650"/>
              <a:gd name="connsiteY43" fmla="*/ 196858 h 266796"/>
              <a:gd name="connsiteX44" fmla="*/ 47600 w 247650"/>
              <a:gd name="connsiteY44" fmla="*/ 196947 h 266796"/>
              <a:gd name="connsiteX45" fmla="*/ 98387 w 247650"/>
              <a:gd name="connsiteY45" fmla="*/ 196947 h 266796"/>
              <a:gd name="connsiteX46" fmla="*/ 99682 w 247650"/>
              <a:gd name="connsiteY46" fmla="*/ 196858 h 266796"/>
              <a:gd name="connsiteX47" fmla="*/ 107820 w 247650"/>
              <a:gd name="connsiteY47" fmla="*/ 186124 h 266796"/>
              <a:gd name="connsiteX48" fmla="*/ 99682 w 247650"/>
              <a:gd name="connsiteY48" fmla="*/ 177986 h 266796"/>
              <a:gd name="connsiteX49" fmla="*/ 98387 w 247650"/>
              <a:gd name="connsiteY49" fmla="*/ 177897 h 266796"/>
              <a:gd name="connsiteX50" fmla="*/ 161887 w 247650"/>
              <a:gd name="connsiteY50" fmla="*/ 76297 h 266796"/>
              <a:gd name="connsiteX51" fmla="*/ 47612 w 247650"/>
              <a:gd name="connsiteY51" fmla="*/ 76297 h 266796"/>
              <a:gd name="connsiteX52" fmla="*/ 46317 w 247650"/>
              <a:gd name="connsiteY52" fmla="*/ 76386 h 266796"/>
              <a:gd name="connsiteX53" fmla="*/ 38179 w 247650"/>
              <a:gd name="connsiteY53" fmla="*/ 87120 h 266796"/>
              <a:gd name="connsiteX54" fmla="*/ 46317 w 247650"/>
              <a:gd name="connsiteY54" fmla="*/ 95258 h 266796"/>
              <a:gd name="connsiteX55" fmla="*/ 47612 w 247650"/>
              <a:gd name="connsiteY55" fmla="*/ 95347 h 266796"/>
              <a:gd name="connsiteX56" fmla="*/ 161912 w 247650"/>
              <a:gd name="connsiteY56" fmla="*/ 95347 h 266796"/>
              <a:gd name="connsiteX57" fmla="*/ 163195 w 247650"/>
              <a:gd name="connsiteY57" fmla="*/ 95258 h 266796"/>
              <a:gd name="connsiteX58" fmla="*/ 171333 w 247650"/>
              <a:gd name="connsiteY58" fmla="*/ 84524 h 266796"/>
              <a:gd name="connsiteX59" fmla="*/ 163195 w 247650"/>
              <a:gd name="connsiteY59" fmla="*/ 76386 h 266796"/>
              <a:gd name="connsiteX60" fmla="*/ 161900 w 247650"/>
              <a:gd name="connsiteY60" fmla="*/ 76297 h 266796"/>
              <a:gd name="connsiteX61" fmla="*/ 184150 w 247650"/>
              <a:gd name="connsiteY61" fmla="*/ 108047 h 266796"/>
              <a:gd name="connsiteX62" fmla="*/ 209550 w 247650"/>
              <a:gd name="connsiteY62" fmla="*/ 118982 h 266796"/>
              <a:gd name="connsiteX63" fmla="*/ 219075 w 247650"/>
              <a:gd name="connsiteY63" fmla="*/ 142972 h 266796"/>
              <a:gd name="connsiteX64" fmla="*/ 209550 w 247650"/>
              <a:gd name="connsiteY64" fmla="*/ 166949 h 266796"/>
              <a:gd name="connsiteX65" fmla="*/ 160179 w 247650"/>
              <a:gd name="connsiteY65" fmla="*/ 168365 h 266796"/>
              <a:gd name="connsiteX66" fmla="*/ 158763 w 247650"/>
              <a:gd name="connsiteY66" fmla="*/ 118994 h 266796"/>
              <a:gd name="connsiteX67" fmla="*/ 184150 w 247650"/>
              <a:gd name="connsiteY67" fmla="*/ 108047 h 266796"/>
              <a:gd name="connsiteX68" fmla="*/ 120650 w 247650"/>
              <a:gd name="connsiteY68" fmla="*/ 209647 h 266796"/>
              <a:gd name="connsiteX69" fmla="*/ 139700 w 247650"/>
              <a:gd name="connsiteY69" fmla="*/ 190597 h 266796"/>
              <a:gd name="connsiteX70" fmla="*/ 228600 w 247650"/>
              <a:gd name="connsiteY70" fmla="*/ 190597 h 266796"/>
              <a:gd name="connsiteX71" fmla="*/ 247650 w 247650"/>
              <a:gd name="connsiteY71" fmla="*/ 209647 h 266796"/>
              <a:gd name="connsiteX72" fmla="*/ 247650 w 247650"/>
              <a:gd name="connsiteY72" fmla="*/ 215997 h 266796"/>
              <a:gd name="connsiteX73" fmla="*/ 184150 w 247650"/>
              <a:gd name="connsiteY73" fmla="*/ 266797 h 266796"/>
              <a:gd name="connsiteX74" fmla="*/ 133274 w 247650"/>
              <a:gd name="connsiteY74" fmla="*/ 246731 h 266796"/>
              <a:gd name="connsiteX75" fmla="*/ 120650 w 247650"/>
              <a:gd name="connsiteY75" fmla="*/ 215997 h 266796"/>
              <a:gd name="connsiteX76" fmla="*/ 120650 w 247650"/>
              <a:gd name="connsiteY76" fmla="*/ 209647 h 266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47650" h="266796">
                <a:moveTo>
                  <a:pt x="161925" y="97"/>
                </a:moveTo>
                <a:cubicBezTo>
                  <a:pt x="166680" y="103"/>
                  <a:pt x="170702" y="3616"/>
                  <a:pt x="171348" y="8326"/>
                </a:cubicBezTo>
                <a:lnTo>
                  <a:pt x="171450" y="9622"/>
                </a:lnTo>
                <a:lnTo>
                  <a:pt x="171450" y="19134"/>
                </a:lnTo>
                <a:lnTo>
                  <a:pt x="180962" y="19134"/>
                </a:lnTo>
                <a:cubicBezTo>
                  <a:pt x="196744" y="19134"/>
                  <a:pt x="209537" y="31928"/>
                  <a:pt x="209537" y="47709"/>
                </a:cubicBezTo>
                <a:lnTo>
                  <a:pt x="209537" y="102675"/>
                </a:lnTo>
                <a:cubicBezTo>
                  <a:pt x="187267" y="88653"/>
                  <a:pt x="157847" y="95340"/>
                  <a:pt x="143825" y="117610"/>
                </a:cubicBezTo>
                <a:cubicBezTo>
                  <a:pt x="141947" y="120593"/>
                  <a:pt x="140406" y="123774"/>
                  <a:pt x="139230" y="127097"/>
                </a:cubicBezTo>
                <a:lnTo>
                  <a:pt x="47600" y="127097"/>
                </a:lnTo>
                <a:lnTo>
                  <a:pt x="46304" y="127186"/>
                </a:lnTo>
                <a:cubicBezTo>
                  <a:pt x="41093" y="127903"/>
                  <a:pt x="37449" y="132709"/>
                  <a:pt x="38166" y="137920"/>
                </a:cubicBezTo>
                <a:cubicBezTo>
                  <a:pt x="38748" y="142150"/>
                  <a:pt x="42074" y="145476"/>
                  <a:pt x="46304" y="146058"/>
                </a:cubicBezTo>
                <a:lnTo>
                  <a:pt x="47600" y="146147"/>
                </a:lnTo>
                <a:lnTo>
                  <a:pt x="136627" y="146147"/>
                </a:lnTo>
                <a:cubicBezTo>
                  <a:pt x="137424" y="158278"/>
                  <a:pt x="142842" y="169641"/>
                  <a:pt x="151765" y="177897"/>
                </a:cubicBezTo>
                <a:lnTo>
                  <a:pt x="139687" y="177897"/>
                </a:lnTo>
                <a:cubicBezTo>
                  <a:pt x="122152" y="177897"/>
                  <a:pt x="107937" y="192112"/>
                  <a:pt x="107937" y="209647"/>
                </a:cubicBezTo>
                <a:lnTo>
                  <a:pt x="107937" y="215997"/>
                </a:lnTo>
                <a:cubicBezTo>
                  <a:pt x="107937" y="229967"/>
                  <a:pt x="113297" y="243327"/>
                  <a:pt x="122834" y="254160"/>
                </a:cubicBezTo>
                <a:lnTo>
                  <a:pt x="28600" y="254160"/>
                </a:lnTo>
                <a:cubicBezTo>
                  <a:pt x="12819" y="254160"/>
                  <a:pt x="25" y="241367"/>
                  <a:pt x="25" y="225585"/>
                </a:cubicBezTo>
                <a:lnTo>
                  <a:pt x="0" y="47722"/>
                </a:lnTo>
                <a:cubicBezTo>
                  <a:pt x="0" y="31940"/>
                  <a:pt x="12793" y="19147"/>
                  <a:pt x="28575" y="19147"/>
                </a:cubicBezTo>
                <a:lnTo>
                  <a:pt x="38062" y="19134"/>
                </a:lnTo>
                <a:lnTo>
                  <a:pt x="38062" y="9622"/>
                </a:lnTo>
                <a:cubicBezTo>
                  <a:pt x="38008" y="4362"/>
                  <a:pt x="42229" y="54"/>
                  <a:pt x="47490" y="1"/>
                </a:cubicBezTo>
                <a:cubicBezTo>
                  <a:pt x="52323" y="-49"/>
                  <a:pt x="56427" y="3531"/>
                  <a:pt x="57036" y="8326"/>
                </a:cubicBezTo>
                <a:lnTo>
                  <a:pt x="57125" y="9622"/>
                </a:lnTo>
                <a:lnTo>
                  <a:pt x="57125" y="19134"/>
                </a:lnTo>
                <a:lnTo>
                  <a:pt x="95250" y="19134"/>
                </a:lnTo>
                <a:lnTo>
                  <a:pt x="95250" y="9622"/>
                </a:lnTo>
                <a:cubicBezTo>
                  <a:pt x="95197" y="4362"/>
                  <a:pt x="99417" y="54"/>
                  <a:pt x="104678" y="1"/>
                </a:cubicBezTo>
                <a:cubicBezTo>
                  <a:pt x="109511" y="-49"/>
                  <a:pt x="113616" y="3531"/>
                  <a:pt x="114224" y="8326"/>
                </a:cubicBezTo>
                <a:lnTo>
                  <a:pt x="114313" y="9622"/>
                </a:lnTo>
                <a:lnTo>
                  <a:pt x="114313" y="19134"/>
                </a:lnTo>
                <a:lnTo>
                  <a:pt x="152387" y="19134"/>
                </a:lnTo>
                <a:lnTo>
                  <a:pt x="152387" y="9622"/>
                </a:lnTo>
                <a:cubicBezTo>
                  <a:pt x="152387" y="4361"/>
                  <a:pt x="156652" y="97"/>
                  <a:pt x="161912" y="97"/>
                </a:cubicBezTo>
                <a:close/>
                <a:moveTo>
                  <a:pt x="98387" y="177897"/>
                </a:moveTo>
                <a:lnTo>
                  <a:pt x="47600" y="177897"/>
                </a:lnTo>
                <a:lnTo>
                  <a:pt x="46304" y="177986"/>
                </a:lnTo>
                <a:cubicBezTo>
                  <a:pt x="41093" y="178703"/>
                  <a:pt x="37449" y="183509"/>
                  <a:pt x="38166" y="188720"/>
                </a:cubicBezTo>
                <a:cubicBezTo>
                  <a:pt x="38748" y="192950"/>
                  <a:pt x="42074" y="196276"/>
                  <a:pt x="46304" y="196858"/>
                </a:cubicBezTo>
                <a:lnTo>
                  <a:pt x="47600" y="196947"/>
                </a:lnTo>
                <a:lnTo>
                  <a:pt x="98387" y="196947"/>
                </a:lnTo>
                <a:lnTo>
                  <a:pt x="99682" y="196858"/>
                </a:lnTo>
                <a:cubicBezTo>
                  <a:pt x="104894" y="196141"/>
                  <a:pt x="108537" y="191335"/>
                  <a:pt x="107820" y="186124"/>
                </a:cubicBezTo>
                <a:cubicBezTo>
                  <a:pt x="107238" y="181894"/>
                  <a:pt x="103912" y="178568"/>
                  <a:pt x="99682" y="177986"/>
                </a:cubicBezTo>
                <a:lnTo>
                  <a:pt x="98387" y="177897"/>
                </a:lnTo>
                <a:close/>
                <a:moveTo>
                  <a:pt x="161887" y="76297"/>
                </a:moveTo>
                <a:lnTo>
                  <a:pt x="47612" y="76297"/>
                </a:lnTo>
                <a:lnTo>
                  <a:pt x="46317" y="76386"/>
                </a:lnTo>
                <a:cubicBezTo>
                  <a:pt x="41105" y="77103"/>
                  <a:pt x="37462" y="81909"/>
                  <a:pt x="38179" y="87120"/>
                </a:cubicBezTo>
                <a:cubicBezTo>
                  <a:pt x="38761" y="91350"/>
                  <a:pt x="42087" y="94676"/>
                  <a:pt x="46317" y="95258"/>
                </a:cubicBezTo>
                <a:lnTo>
                  <a:pt x="47612" y="95347"/>
                </a:lnTo>
                <a:lnTo>
                  <a:pt x="161912" y="95347"/>
                </a:lnTo>
                <a:lnTo>
                  <a:pt x="163195" y="95258"/>
                </a:lnTo>
                <a:cubicBezTo>
                  <a:pt x="168406" y="94541"/>
                  <a:pt x="172050" y="89735"/>
                  <a:pt x="171333" y="84524"/>
                </a:cubicBezTo>
                <a:cubicBezTo>
                  <a:pt x="170751" y="80294"/>
                  <a:pt x="167425" y="76968"/>
                  <a:pt x="163195" y="76386"/>
                </a:cubicBezTo>
                <a:lnTo>
                  <a:pt x="161900" y="76297"/>
                </a:lnTo>
                <a:close/>
                <a:moveTo>
                  <a:pt x="184150" y="108047"/>
                </a:moveTo>
                <a:cubicBezTo>
                  <a:pt x="194158" y="108047"/>
                  <a:pt x="203175" y="112251"/>
                  <a:pt x="209550" y="118982"/>
                </a:cubicBezTo>
                <a:cubicBezTo>
                  <a:pt x="215683" y="125462"/>
                  <a:pt x="219093" y="134050"/>
                  <a:pt x="219075" y="142972"/>
                </a:cubicBezTo>
                <a:cubicBezTo>
                  <a:pt x="219090" y="151890"/>
                  <a:pt x="215680" y="160473"/>
                  <a:pt x="209550" y="166949"/>
                </a:cubicBezTo>
                <a:cubicBezTo>
                  <a:pt x="196308" y="180974"/>
                  <a:pt x="174203" y="181608"/>
                  <a:pt x="160179" y="168365"/>
                </a:cubicBezTo>
                <a:cubicBezTo>
                  <a:pt x="146154" y="155123"/>
                  <a:pt x="145521" y="133019"/>
                  <a:pt x="158763" y="118994"/>
                </a:cubicBezTo>
                <a:cubicBezTo>
                  <a:pt x="165359" y="112008"/>
                  <a:pt x="174542" y="108049"/>
                  <a:pt x="184150" y="108047"/>
                </a:cubicBezTo>
                <a:close/>
                <a:moveTo>
                  <a:pt x="120650" y="209647"/>
                </a:moveTo>
                <a:cubicBezTo>
                  <a:pt x="120650" y="199126"/>
                  <a:pt x="129179" y="190597"/>
                  <a:pt x="139700" y="190597"/>
                </a:cubicBezTo>
                <a:lnTo>
                  <a:pt x="228600" y="190597"/>
                </a:lnTo>
                <a:cubicBezTo>
                  <a:pt x="239121" y="190597"/>
                  <a:pt x="247650" y="199126"/>
                  <a:pt x="247650" y="209647"/>
                </a:cubicBezTo>
                <a:lnTo>
                  <a:pt x="247650" y="215997"/>
                </a:lnTo>
                <a:cubicBezTo>
                  <a:pt x="247650" y="241029"/>
                  <a:pt x="224028" y="266797"/>
                  <a:pt x="184150" y="266797"/>
                </a:cubicBezTo>
                <a:cubicBezTo>
                  <a:pt x="161493" y="266797"/>
                  <a:pt x="144094" y="258491"/>
                  <a:pt x="133274" y="246731"/>
                </a:cubicBezTo>
                <a:cubicBezTo>
                  <a:pt x="125044" y="237777"/>
                  <a:pt x="120650" y="226817"/>
                  <a:pt x="120650" y="215997"/>
                </a:cubicBezTo>
                <a:lnTo>
                  <a:pt x="120650" y="209647"/>
                </a:lnTo>
                <a:close/>
              </a:path>
            </a:pathLst>
          </a:cu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chemeClr val="bg1"/>
              </a:solidFill>
              <a:cs typeface="Segoe UI" pitchFamily="34" charset="0"/>
            </a:endParaRPr>
          </a:p>
        </p:txBody>
      </p:sp>
      <p:sp>
        <p:nvSpPr>
          <p:cNvPr id="65" name="Oval 64">
            <a:extLst>
              <a:ext uri="{FF2B5EF4-FFF2-40B4-BE49-F238E27FC236}">
                <a16:creationId xmlns:a16="http://schemas.microsoft.com/office/drawing/2014/main" id="{71BBB3B6-8757-040E-557C-4BEF13683B9E}"/>
              </a:ext>
            </a:extLst>
          </p:cNvPr>
          <p:cNvSpPr>
            <a:spLocks noChangeAspect="1"/>
          </p:cNvSpPr>
          <p:nvPr userDrawn="1"/>
        </p:nvSpPr>
        <p:spPr bwMode="auto">
          <a:xfrm>
            <a:off x="605282" y="3160439"/>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2</a:t>
            </a:r>
          </a:p>
        </p:txBody>
      </p:sp>
      <p:sp>
        <p:nvSpPr>
          <p:cNvPr id="66" name="Oval 65">
            <a:extLst>
              <a:ext uri="{FF2B5EF4-FFF2-40B4-BE49-F238E27FC236}">
                <a16:creationId xmlns:a16="http://schemas.microsoft.com/office/drawing/2014/main" id="{AFADAB87-661B-7D0E-5302-7C5D63BBC1AE}"/>
              </a:ext>
            </a:extLst>
          </p:cNvPr>
          <p:cNvSpPr>
            <a:spLocks noChangeAspect="1"/>
          </p:cNvSpPr>
          <p:nvPr userDrawn="1"/>
        </p:nvSpPr>
        <p:spPr bwMode="auto">
          <a:xfrm>
            <a:off x="605282" y="1997745"/>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1</a:t>
            </a:r>
          </a:p>
        </p:txBody>
      </p:sp>
      <p:sp>
        <p:nvSpPr>
          <p:cNvPr id="67" name="Oval 66">
            <a:extLst>
              <a:ext uri="{FF2B5EF4-FFF2-40B4-BE49-F238E27FC236}">
                <a16:creationId xmlns:a16="http://schemas.microsoft.com/office/drawing/2014/main" id="{5C2FE5DC-7DA1-AC5C-7AD9-85E9A0209120}"/>
              </a:ext>
            </a:extLst>
          </p:cNvPr>
          <p:cNvSpPr>
            <a:spLocks noChangeAspect="1"/>
          </p:cNvSpPr>
          <p:nvPr userDrawn="1"/>
        </p:nvSpPr>
        <p:spPr bwMode="auto">
          <a:xfrm>
            <a:off x="605282" y="5485827"/>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4</a:t>
            </a:r>
          </a:p>
        </p:txBody>
      </p:sp>
      <p:sp>
        <p:nvSpPr>
          <p:cNvPr id="68" name="Oval 67">
            <a:extLst>
              <a:ext uri="{FF2B5EF4-FFF2-40B4-BE49-F238E27FC236}">
                <a16:creationId xmlns:a16="http://schemas.microsoft.com/office/drawing/2014/main" id="{DE6262B0-9FAB-A092-F9D0-C2974D9A8CE2}"/>
              </a:ext>
            </a:extLst>
          </p:cNvPr>
          <p:cNvSpPr>
            <a:spLocks noChangeAspect="1"/>
          </p:cNvSpPr>
          <p:nvPr userDrawn="1"/>
        </p:nvSpPr>
        <p:spPr bwMode="auto">
          <a:xfrm>
            <a:off x="605282" y="4323133"/>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3</a:t>
            </a:r>
          </a:p>
        </p:txBody>
      </p:sp>
      <p:sp>
        <p:nvSpPr>
          <p:cNvPr id="69" name="Oval 68">
            <a:extLst>
              <a:ext uri="{FF2B5EF4-FFF2-40B4-BE49-F238E27FC236}">
                <a16:creationId xmlns:a16="http://schemas.microsoft.com/office/drawing/2014/main" id="{5E0FBF94-353F-D184-5E65-2319B9098A5A}"/>
              </a:ext>
            </a:extLst>
          </p:cNvPr>
          <p:cNvSpPr>
            <a:spLocks noChangeAspect="1"/>
          </p:cNvSpPr>
          <p:nvPr userDrawn="1"/>
        </p:nvSpPr>
        <p:spPr bwMode="auto">
          <a:xfrm>
            <a:off x="6264719" y="3160439"/>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6</a:t>
            </a:r>
          </a:p>
        </p:txBody>
      </p:sp>
      <p:sp>
        <p:nvSpPr>
          <p:cNvPr id="70" name="Oval 69">
            <a:extLst>
              <a:ext uri="{FF2B5EF4-FFF2-40B4-BE49-F238E27FC236}">
                <a16:creationId xmlns:a16="http://schemas.microsoft.com/office/drawing/2014/main" id="{AA40B0BC-0999-7632-5382-181D53A8FB04}"/>
              </a:ext>
            </a:extLst>
          </p:cNvPr>
          <p:cNvSpPr>
            <a:spLocks noChangeAspect="1"/>
          </p:cNvSpPr>
          <p:nvPr userDrawn="1"/>
        </p:nvSpPr>
        <p:spPr bwMode="auto">
          <a:xfrm>
            <a:off x="6264720" y="1997745"/>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5</a:t>
            </a:r>
          </a:p>
        </p:txBody>
      </p:sp>
      <p:sp>
        <p:nvSpPr>
          <p:cNvPr id="71" name="Oval 70">
            <a:extLst>
              <a:ext uri="{FF2B5EF4-FFF2-40B4-BE49-F238E27FC236}">
                <a16:creationId xmlns:a16="http://schemas.microsoft.com/office/drawing/2014/main" id="{5DEA3FD6-A563-29F1-B68B-F0D57561F827}"/>
              </a:ext>
            </a:extLst>
          </p:cNvPr>
          <p:cNvSpPr>
            <a:spLocks noChangeAspect="1"/>
          </p:cNvSpPr>
          <p:nvPr userDrawn="1"/>
        </p:nvSpPr>
        <p:spPr bwMode="auto">
          <a:xfrm>
            <a:off x="6264719" y="5485827"/>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8</a:t>
            </a:r>
          </a:p>
        </p:txBody>
      </p:sp>
      <p:sp>
        <p:nvSpPr>
          <p:cNvPr id="72" name="Oval 71">
            <a:extLst>
              <a:ext uri="{FF2B5EF4-FFF2-40B4-BE49-F238E27FC236}">
                <a16:creationId xmlns:a16="http://schemas.microsoft.com/office/drawing/2014/main" id="{88F031D2-4699-B9E2-9062-573C62D4C123}"/>
              </a:ext>
            </a:extLst>
          </p:cNvPr>
          <p:cNvSpPr>
            <a:spLocks noChangeAspect="1"/>
          </p:cNvSpPr>
          <p:nvPr userDrawn="1"/>
        </p:nvSpPr>
        <p:spPr bwMode="auto">
          <a:xfrm>
            <a:off x="6264719" y="4323133"/>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7</a:t>
            </a:r>
          </a:p>
        </p:txBody>
      </p:sp>
    </p:spTree>
    <p:extLst>
      <p:ext uri="{BB962C8B-B14F-4D97-AF65-F5344CB8AC3E}">
        <p14:creationId xmlns:p14="http://schemas.microsoft.com/office/powerpoint/2010/main" val="79637190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36" userDrawn="1">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3" name="Rectangle: Rounded Corners 2">
            <a:extLst>
              <a:ext uri="{FF2B5EF4-FFF2-40B4-BE49-F238E27FC236}">
                <a16:creationId xmlns:a16="http://schemas.microsoft.com/office/drawing/2014/main" id="{3CD0CDBD-486B-08B6-B33E-947AC20B8842}"/>
              </a:ext>
            </a:extLst>
          </p:cNvPr>
          <p:cNvSpPr/>
          <p:nvPr userDrawn="1"/>
        </p:nvSpPr>
        <p:spPr bwMode="auto">
          <a:xfrm>
            <a:off x="586740" y="1846019"/>
            <a:ext cx="11018520" cy="4055116"/>
          </a:xfrm>
          <a:prstGeom prst="roundRect">
            <a:avLst>
              <a:gd name="adj" fmla="val 4652"/>
            </a:avLst>
          </a:prstGeom>
          <a:solidFill>
            <a:schemeClr val="tx1">
              <a:alpha val="7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146304" rIns="182880" bIns="146304" numCol="1" spcCol="0" rtlCol="0" fromWordArt="0" anchor="ctr" anchorCtr="0" forceAA="0" compatLnSpc="1">
            <a:prstTxWarp prst="textNoShape">
              <a:avLst/>
            </a:prstTxWarp>
            <a:normAutofit/>
          </a:bodyPr>
          <a:lstStyle/>
          <a:p>
            <a:pPr defTabSz="932114" fontAlgn="base">
              <a:spcBef>
                <a:spcPct val="0"/>
              </a:spcBef>
              <a:spcAft>
                <a:spcPct val="0"/>
              </a:spcAft>
            </a:pPr>
            <a:endParaRPr lang="en-US" sz="1200" err="1">
              <a:solidFill>
                <a:srgbClr val="FFFFFF"/>
              </a:solidFill>
              <a:latin typeface="Segoe UI Semibold"/>
              <a:cs typeface="Segoe UI" pitchFamily="34" charset="0"/>
            </a:endParaRPr>
          </a:p>
        </p:txBody>
      </p:sp>
      <p:cxnSp>
        <p:nvCxnSpPr>
          <p:cNvPr id="4" name="Straight Connector 3">
            <a:extLst>
              <a:ext uri="{FF2B5EF4-FFF2-40B4-BE49-F238E27FC236}">
                <a16:creationId xmlns:a16="http://schemas.microsoft.com/office/drawing/2014/main" id="{78FBFC18-9BB0-D67E-D0DA-9B44A4A7650A}"/>
              </a:ext>
            </a:extLst>
          </p:cNvPr>
          <p:cNvCxnSpPr/>
          <p:nvPr userDrawn="1"/>
        </p:nvCxnSpPr>
        <p:spPr>
          <a:xfrm>
            <a:off x="4259580" y="2094997"/>
            <a:ext cx="0" cy="3553811"/>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EA9B0A0-B895-DAD9-0DDF-1E5E912DEB49}"/>
              </a:ext>
            </a:extLst>
          </p:cNvPr>
          <p:cNvCxnSpPr/>
          <p:nvPr userDrawn="1"/>
        </p:nvCxnSpPr>
        <p:spPr>
          <a:xfrm>
            <a:off x="7932420" y="2094997"/>
            <a:ext cx="0" cy="3553811"/>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5DEF41EF-FFBA-DFC1-61C6-4F88587F7305}"/>
              </a:ext>
            </a:extLst>
          </p:cNvPr>
          <p:cNvSpPr/>
          <p:nvPr/>
        </p:nvSpPr>
        <p:spPr bwMode="auto">
          <a:xfrm>
            <a:off x="849547" y="2094997"/>
            <a:ext cx="608922" cy="60892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742950" defTabSz="932742" fontAlgn="base">
              <a:spcBef>
                <a:spcPct val="0"/>
              </a:spcBef>
              <a:spcAft>
                <a:spcPct val="0"/>
              </a:spcAft>
            </a:pPr>
            <a:endParaRPr lang="en-US" sz="4000" spc="-50" err="1">
              <a:ln w="3175">
                <a:noFill/>
              </a:ln>
              <a:solidFill>
                <a:schemeClr val="tx1"/>
              </a:solidFill>
              <a:latin typeface="Aptos SemiBold" panose="020B0004020202020204" pitchFamily="34" charset="0"/>
              <a:cs typeface="Segoe UI" pitchFamily="34" charset="0"/>
            </a:endParaRPr>
          </a:p>
        </p:txBody>
      </p:sp>
      <p:sp>
        <p:nvSpPr>
          <p:cNvPr id="16" name="Oval 15">
            <a:extLst>
              <a:ext uri="{FF2B5EF4-FFF2-40B4-BE49-F238E27FC236}">
                <a16:creationId xmlns:a16="http://schemas.microsoft.com/office/drawing/2014/main" id="{31EB9EC8-A884-8284-0AAB-4976403F13D1}"/>
              </a:ext>
            </a:extLst>
          </p:cNvPr>
          <p:cNvSpPr/>
          <p:nvPr/>
        </p:nvSpPr>
        <p:spPr bwMode="auto">
          <a:xfrm>
            <a:off x="4522387" y="2094997"/>
            <a:ext cx="608922" cy="60892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742950" defTabSz="932742" fontAlgn="base">
              <a:spcBef>
                <a:spcPct val="0"/>
              </a:spcBef>
              <a:spcAft>
                <a:spcPct val="0"/>
              </a:spcAft>
            </a:pPr>
            <a:endParaRPr lang="en-US" sz="4000" spc="-50" err="1">
              <a:ln w="3175">
                <a:noFill/>
              </a:ln>
              <a:solidFill>
                <a:schemeClr val="tx1"/>
              </a:solidFill>
              <a:latin typeface="Aptos SemiBold" panose="020B0004020202020204" pitchFamily="34" charset="0"/>
              <a:cs typeface="Segoe UI" pitchFamily="34" charset="0"/>
            </a:endParaRPr>
          </a:p>
        </p:txBody>
      </p:sp>
      <p:sp>
        <p:nvSpPr>
          <p:cNvPr id="19" name="Oval 18">
            <a:extLst>
              <a:ext uri="{FF2B5EF4-FFF2-40B4-BE49-F238E27FC236}">
                <a16:creationId xmlns:a16="http://schemas.microsoft.com/office/drawing/2014/main" id="{04601F06-DEF7-3668-4404-6D919F0EC362}"/>
              </a:ext>
            </a:extLst>
          </p:cNvPr>
          <p:cNvSpPr/>
          <p:nvPr/>
        </p:nvSpPr>
        <p:spPr bwMode="auto">
          <a:xfrm>
            <a:off x="8195227" y="2094997"/>
            <a:ext cx="608922" cy="60892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742950" defTabSz="932742" fontAlgn="base">
              <a:spcBef>
                <a:spcPct val="0"/>
              </a:spcBef>
              <a:spcAft>
                <a:spcPct val="0"/>
              </a:spcAft>
            </a:pPr>
            <a:endParaRPr lang="en-US" sz="4000" spc="-50" err="1">
              <a:ln w="3175">
                <a:noFill/>
              </a:ln>
              <a:solidFill>
                <a:schemeClr val="tx1"/>
              </a:solidFill>
              <a:latin typeface="Aptos SemiBold" panose="020B0004020202020204" pitchFamily="34" charset="0"/>
              <a:cs typeface="Segoe UI" pitchFamily="34" charset="0"/>
            </a:endParaRPr>
          </a:p>
        </p:txBody>
      </p:sp>
      <p:sp>
        <p:nvSpPr>
          <p:cNvPr id="25" name="Text Placeholder 4">
            <a:extLst>
              <a:ext uri="{FF2B5EF4-FFF2-40B4-BE49-F238E27FC236}">
                <a16:creationId xmlns:a16="http://schemas.microsoft.com/office/drawing/2014/main" id="{C49A0E9F-3858-893C-CF35-1DD566F40965}"/>
              </a:ext>
            </a:extLst>
          </p:cNvPr>
          <p:cNvSpPr>
            <a:spLocks noGrp="1"/>
          </p:cNvSpPr>
          <p:nvPr userDrawn="1">
            <p:ph type="body" sz="quarter" idx="10" hasCustomPrompt="1"/>
          </p:nvPr>
        </p:nvSpPr>
        <p:spPr>
          <a:xfrm>
            <a:off x="849547" y="3436166"/>
            <a:ext cx="3147226" cy="2215991"/>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26" name="Text Placeholder 4">
            <a:extLst>
              <a:ext uri="{FF2B5EF4-FFF2-40B4-BE49-F238E27FC236}">
                <a16:creationId xmlns:a16="http://schemas.microsoft.com/office/drawing/2014/main" id="{EC3F2F95-6ED2-1046-914B-4C224F758955}"/>
              </a:ext>
            </a:extLst>
          </p:cNvPr>
          <p:cNvSpPr>
            <a:spLocks noGrp="1"/>
          </p:cNvSpPr>
          <p:nvPr userDrawn="1">
            <p:ph type="body" sz="quarter" idx="11" hasCustomPrompt="1"/>
          </p:nvPr>
        </p:nvSpPr>
        <p:spPr>
          <a:xfrm>
            <a:off x="8195227" y="3436166"/>
            <a:ext cx="3147226" cy="2215991"/>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27" name="Text Placeholder 4">
            <a:extLst>
              <a:ext uri="{FF2B5EF4-FFF2-40B4-BE49-F238E27FC236}">
                <a16:creationId xmlns:a16="http://schemas.microsoft.com/office/drawing/2014/main" id="{7E5CBFBF-4CAD-1F92-0464-5C423F9DA982}"/>
              </a:ext>
            </a:extLst>
          </p:cNvPr>
          <p:cNvSpPr>
            <a:spLocks noGrp="1"/>
          </p:cNvSpPr>
          <p:nvPr userDrawn="1">
            <p:ph type="body" sz="quarter" idx="26" hasCustomPrompt="1"/>
          </p:nvPr>
        </p:nvSpPr>
        <p:spPr>
          <a:xfrm>
            <a:off x="4522387" y="3436166"/>
            <a:ext cx="3147226" cy="2215991"/>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28" name="Text Placeholder 4">
            <a:extLst>
              <a:ext uri="{FF2B5EF4-FFF2-40B4-BE49-F238E27FC236}">
                <a16:creationId xmlns:a16="http://schemas.microsoft.com/office/drawing/2014/main" id="{CCDCC00D-17ED-8F0B-BBBF-1BA6112B423F}"/>
              </a:ext>
            </a:extLst>
          </p:cNvPr>
          <p:cNvSpPr>
            <a:spLocks noGrp="1"/>
          </p:cNvSpPr>
          <p:nvPr userDrawn="1">
            <p:ph type="body" sz="quarter" idx="27" hasCustomPrompt="1"/>
          </p:nvPr>
        </p:nvSpPr>
        <p:spPr>
          <a:xfrm>
            <a:off x="849547" y="2856765"/>
            <a:ext cx="3145536" cy="369332"/>
          </a:xfrm>
        </p:spPr>
        <p:txBody>
          <a:bodyPr anchor="ctr"/>
          <a:lstStyle>
            <a:lvl1pPr marL="0" indent="0">
              <a:buSzPct val="100000"/>
              <a:buFont typeface="Arial" panose="020B0604020202020204" pitchFamily="34" charset="0"/>
              <a:buNone/>
              <a:defRPr sz="2400">
                <a:solidFill>
                  <a:schemeClr val="accent1"/>
                </a:solidFill>
                <a:latin typeface="+mj-lt"/>
              </a:defRPr>
            </a:lvl1pPr>
          </a:lstStyle>
          <a:p>
            <a:pPr lvl="0"/>
            <a:r>
              <a:rPr lang="en-US"/>
              <a:t>Lorem ipsum</a:t>
            </a:r>
          </a:p>
        </p:txBody>
      </p:sp>
      <p:sp>
        <p:nvSpPr>
          <p:cNvPr id="29" name="Text Placeholder 4">
            <a:extLst>
              <a:ext uri="{FF2B5EF4-FFF2-40B4-BE49-F238E27FC236}">
                <a16:creationId xmlns:a16="http://schemas.microsoft.com/office/drawing/2014/main" id="{87A69CFD-DA45-7D52-4657-984FCD979650}"/>
              </a:ext>
            </a:extLst>
          </p:cNvPr>
          <p:cNvSpPr>
            <a:spLocks noGrp="1"/>
          </p:cNvSpPr>
          <p:nvPr userDrawn="1">
            <p:ph type="body" sz="quarter" idx="28" hasCustomPrompt="1"/>
          </p:nvPr>
        </p:nvSpPr>
        <p:spPr>
          <a:xfrm>
            <a:off x="4522387" y="2856765"/>
            <a:ext cx="3145536" cy="369332"/>
          </a:xfrm>
        </p:spPr>
        <p:txBody>
          <a:bodyPr anchor="ctr"/>
          <a:lstStyle>
            <a:lvl1pPr marL="0" indent="0">
              <a:buSzPct val="100000"/>
              <a:buFont typeface="Arial" panose="020B0604020202020204" pitchFamily="34" charset="0"/>
              <a:buNone/>
              <a:defRPr sz="2400">
                <a:solidFill>
                  <a:schemeClr val="accent1"/>
                </a:solidFill>
                <a:latin typeface="+mj-lt"/>
              </a:defRPr>
            </a:lvl1pPr>
          </a:lstStyle>
          <a:p>
            <a:pPr lvl="0"/>
            <a:r>
              <a:rPr lang="en-US"/>
              <a:t>Lorem ipsum</a:t>
            </a:r>
          </a:p>
        </p:txBody>
      </p:sp>
      <p:sp>
        <p:nvSpPr>
          <p:cNvPr id="30" name="Text Placeholder 4">
            <a:extLst>
              <a:ext uri="{FF2B5EF4-FFF2-40B4-BE49-F238E27FC236}">
                <a16:creationId xmlns:a16="http://schemas.microsoft.com/office/drawing/2014/main" id="{58859C94-ABDB-53E3-8E82-EE100F40EC8A}"/>
              </a:ext>
            </a:extLst>
          </p:cNvPr>
          <p:cNvSpPr>
            <a:spLocks noGrp="1"/>
          </p:cNvSpPr>
          <p:nvPr userDrawn="1">
            <p:ph type="body" sz="quarter" idx="29" hasCustomPrompt="1"/>
          </p:nvPr>
        </p:nvSpPr>
        <p:spPr>
          <a:xfrm>
            <a:off x="8195227" y="2856765"/>
            <a:ext cx="3145536" cy="369332"/>
          </a:xfrm>
        </p:spPr>
        <p:txBody>
          <a:bodyPr anchor="ctr"/>
          <a:lstStyle>
            <a:lvl1pPr marL="0" indent="0">
              <a:buSzPct val="100000"/>
              <a:buFont typeface="Arial" panose="020B0604020202020204" pitchFamily="34" charset="0"/>
              <a:buNone/>
              <a:defRPr sz="2400">
                <a:solidFill>
                  <a:schemeClr val="accent1"/>
                </a:solidFill>
                <a:latin typeface="+mj-lt"/>
              </a:defRPr>
            </a:lvl1pPr>
          </a:lstStyle>
          <a:p>
            <a:pPr lvl="0"/>
            <a:r>
              <a:rPr lang="en-US"/>
              <a:t>Lorem ipsum</a:t>
            </a:r>
          </a:p>
        </p:txBody>
      </p:sp>
    </p:spTree>
    <p:extLst>
      <p:ext uri="{BB962C8B-B14F-4D97-AF65-F5344CB8AC3E}">
        <p14:creationId xmlns:p14="http://schemas.microsoft.com/office/powerpoint/2010/main" val="128130205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s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31" name="Rectangle: Rounded Corners 30">
            <a:extLst>
              <a:ext uri="{FF2B5EF4-FFF2-40B4-BE49-F238E27FC236}">
                <a16:creationId xmlns:a16="http://schemas.microsoft.com/office/drawing/2014/main" id="{6645E16D-A6F6-12D4-1B52-72DA2FD4BF7B}"/>
              </a:ext>
            </a:extLst>
          </p:cNvPr>
          <p:cNvSpPr/>
          <p:nvPr userDrawn="1"/>
        </p:nvSpPr>
        <p:spPr bwMode="auto">
          <a:xfrm>
            <a:off x="588263" y="1589627"/>
            <a:ext cx="11018520" cy="4567901"/>
          </a:xfrm>
          <a:prstGeom prst="roundRect">
            <a:avLst>
              <a:gd name="adj" fmla="val 6066"/>
            </a:avLst>
          </a:prstGeom>
          <a:solidFill>
            <a:schemeClr val="bg1"/>
          </a:solidFill>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kern="0" err="1">
              <a:solidFill>
                <a:srgbClr val="091F2C"/>
              </a:solidFill>
              <a:latin typeface="Segoe UI" panose="020B0502040204020203" pitchFamily="34" charset="0"/>
              <a:cs typeface="Segoe UI" panose="020B0502040204020203" pitchFamily="34" charset="0"/>
            </a:endParaRPr>
          </a:p>
        </p:txBody>
      </p:sp>
      <p:sp>
        <p:nvSpPr>
          <p:cNvPr id="14" name="Rectangle: Rounded Corners 13">
            <a:extLst>
              <a:ext uri="{FF2B5EF4-FFF2-40B4-BE49-F238E27FC236}">
                <a16:creationId xmlns:a16="http://schemas.microsoft.com/office/drawing/2014/main" id="{D7CDE501-956F-6601-6FAF-072526D90C33}"/>
              </a:ext>
            </a:extLst>
          </p:cNvPr>
          <p:cNvSpPr>
            <a:spLocks/>
          </p:cNvSpPr>
          <p:nvPr userDrawn="1"/>
        </p:nvSpPr>
        <p:spPr bwMode="auto">
          <a:xfrm>
            <a:off x="765046" y="2077407"/>
            <a:ext cx="3464054" cy="3897558"/>
          </a:xfrm>
          <a:prstGeom prst="roundRect">
            <a:avLst>
              <a:gd name="adj" fmla="val 4652"/>
            </a:avLst>
          </a:prstGeom>
          <a:solidFill>
            <a:schemeClr val="tx1">
              <a:alpha val="7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146304" rIns="182880" bIns="146304" numCol="1" spcCol="0" rtlCol="0" fromWordArt="0" anchor="ctr" anchorCtr="0" forceAA="0" compatLnSpc="1">
            <a:prstTxWarp prst="textNoShape">
              <a:avLst/>
            </a:prstTxWarp>
            <a:normAutofit/>
          </a:bodyPr>
          <a:lstStyle/>
          <a:p>
            <a:pPr defTabSz="932114" fontAlgn="base">
              <a:spcBef>
                <a:spcPct val="0"/>
              </a:spcBef>
              <a:spcAft>
                <a:spcPct val="0"/>
              </a:spcAft>
            </a:pPr>
            <a:endParaRPr lang="en-US" sz="1200" err="1">
              <a:solidFill>
                <a:srgbClr val="FFFFFF"/>
              </a:solidFill>
              <a:latin typeface="Segoe UI Semibold"/>
              <a:cs typeface="Segoe UI" pitchFamily="34" charset="0"/>
            </a:endParaRPr>
          </a:p>
        </p:txBody>
      </p:sp>
      <p:sp>
        <p:nvSpPr>
          <p:cNvPr id="18" name="Rectangle: Rounded Corners 17">
            <a:extLst>
              <a:ext uri="{FF2B5EF4-FFF2-40B4-BE49-F238E27FC236}">
                <a16:creationId xmlns:a16="http://schemas.microsoft.com/office/drawing/2014/main" id="{00FE743D-A6AF-9359-20C5-5A92376990BA}"/>
              </a:ext>
            </a:extLst>
          </p:cNvPr>
          <p:cNvSpPr>
            <a:spLocks/>
          </p:cNvSpPr>
          <p:nvPr userDrawn="1"/>
        </p:nvSpPr>
        <p:spPr bwMode="auto">
          <a:xfrm>
            <a:off x="4365496" y="2036534"/>
            <a:ext cx="3464054" cy="3938431"/>
          </a:xfrm>
          <a:prstGeom prst="roundRect">
            <a:avLst>
              <a:gd name="adj" fmla="val 4652"/>
            </a:avLst>
          </a:prstGeom>
          <a:solidFill>
            <a:schemeClr val="tx1">
              <a:alpha val="7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146304" rIns="182880" bIns="146304" numCol="1" spcCol="0" rtlCol="0" fromWordArt="0" anchor="ctr" anchorCtr="0" forceAA="0" compatLnSpc="1">
            <a:prstTxWarp prst="textNoShape">
              <a:avLst/>
            </a:prstTxWarp>
            <a:normAutofit/>
          </a:bodyPr>
          <a:lstStyle/>
          <a:p>
            <a:pPr defTabSz="932114" fontAlgn="base">
              <a:spcBef>
                <a:spcPct val="0"/>
              </a:spcBef>
              <a:spcAft>
                <a:spcPct val="0"/>
              </a:spcAft>
            </a:pPr>
            <a:endParaRPr lang="en-US" sz="1200" err="1">
              <a:solidFill>
                <a:srgbClr val="FFFFFF"/>
              </a:solidFill>
              <a:latin typeface="Segoe UI Semibold"/>
              <a:cs typeface="Segoe UI" pitchFamily="34" charset="0"/>
            </a:endParaRPr>
          </a:p>
        </p:txBody>
      </p:sp>
      <p:sp>
        <p:nvSpPr>
          <p:cNvPr id="24" name="Rectangle: Rounded Corners 23">
            <a:extLst>
              <a:ext uri="{FF2B5EF4-FFF2-40B4-BE49-F238E27FC236}">
                <a16:creationId xmlns:a16="http://schemas.microsoft.com/office/drawing/2014/main" id="{96E01AF0-8759-B771-27B6-2E0ED3E04E87}"/>
              </a:ext>
            </a:extLst>
          </p:cNvPr>
          <p:cNvSpPr>
            <a:spLocks/>
          </p:cNvSpPr>
          <p:nvPr userDrawn="1"/>
        </p:nvSpPr>
        <p:spPr bwMode="auto">
          <a:xfrm>
            <a:off x="7965946" y="2036534"/>
            <a:ext cx="3464054" cy="3938431"/>
          </a:xfrm>
          <a:prstGeom prst="roundRect">
            <a:avLst>
              <a:gd name="adj" fmla="val 4652"/>
            </a:avLst>
          </a:prstGeom>
          <a:solidFill>
            <a:schemeClr val="tx1">
              <a:alpha val="7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146304" rIns="182880" bIns="146304" numCol="1" spcCol="0" rtlCol="0" fromWordArt="0" anchor="ctr" anchorCtr="0" forceAA="0" compatLnSpc="1">
            <a:prstTxWarp prst="textNoShape">
              <a:avLst/>
            </a:prstTxWarp>
            <a:normAutofit/>
          </a:bodyPr>
          <a:lstStyle/>
          <a:p>
            <a:pPr defTabSz="932114" fontAlgn="base">
              <a:spcBef>
                <a:spcPct val="0"/>
              </a:spcBef>
              <a:spcAft>
                <a:spcPct val="0"/>
              </a:spcAft>
            </a:pPr>
            <a:endParaRPr lang="en-US" sz="1200" err="1">
              <a:solidFill>
                <a:srgbClr val="FFFFFF"/>
              </a:solidFill>
              <a:latin typeface="Segoe UI Semibold"/>
              <a:cs typeface="Segoe UI" pitchFamily="34" charset="0"/>
            </a:endParaRPr>
          </a:p>
        </p:txBody>
      </p:sp>
      <p:sp>
        <p:nvSpPr>
          <p:cNvPr id="9" name="Text Placeholder 4">
            <a:extLst>
              <a:ext uri="{FF2B5EF4-FFF2-40B4-BE49-F238E27FC236}">
                <a16:creationId xmlns:a16="http://schemas.microsoft.com/office/drawing/2014/main" id="{C49A0E9F-3858-893C-CF35-1DD566F40965}"/>
              </a:ext>
            </a:extLst>
          </p:cNvPr>
          <p:cNvSpPr>
            <a:spLocks noGrp="1"/>
          </p:cNvSpPr>
          <p:nvPr>
            <p:ph type="body" sz="quarter" idx="10" hasCustomPrompt="1"/>
          </p:nvPr>
        </p:nvSpPr>
        <p:spPr>
          <a:xfrm>
            <a:off x="923460" y="2686051"/>
            <a:ext cx="3147226" cy="3124200"/>
          </a:xfrm>
        </p:spPr>
        <p:txBody>
          <a:bodyPr>
            <a:noAutofit/>
          </a:bodyPr>
          <a:lstStyle>
            <a:lvl1pPr marL="0" indent="0" algn="ctr">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10" name="Text Placeholder 4">
            <a:extLst>
              <a:ext uri="{FF2B5EF4-FFF2-40B4-BE49-F238E27FC236}">
                <a16:creationId xmlns:a16="http://schemas.microsoft.com/office/drawing/2014/main" id="{EC3F2F95-6ED2-1046-914B-4C224F758955}"/>
              </a:ext>
            </a:extLst>
          </p:cNvPr>
          <p:cNvSpPr>
            <a:spLocks noGrp="1"/>
          </p:cNvSpPr>
          <p:nvPr>
            <p:ph type="body" sz="quarter" idx="11" hasCustomPrompt="1"/>
          </p:nvPr>
        </p:nvSpPr>
        <p:spPr>
          <a:xfrm>
            <a:off x="8124360" y="2686051"/>
            <a:ext cx="3147226" cy="3124200"/>
          </a:xfrm>
        </p:spPr>
        <p:txBody>
          <a:bodyPr>
            <a:noAutofit/>
          </a:bodyPr>
          <a:lstStyle>
            <a:lvl1pPr marL="0" indent="0" algn="ctr">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12" name="Text Placeholder 4">
            <a:extLst>
              <a:ext uri="{FF2B5EF4-FFF2-40B4-BE49-F238E27FC236}">
                <a16:creationId xmlns:a16="http://schemas.microsoft.com/office/drawing/2014/main" id="{7E5CBFBF-4CAD-1F92-0464-5C423F9DA982}"/>
              </a:ext>
            </a:extLst>
          </p:cNvPr>
          <p:cNvSpPr>
            <a:spLocks noGrp="1"/>
          </p:cNvSpPr>
          <p:nvPr>
            <p:ph type="body" sz="quarter" idx="26" hasCustomPrompt="1"/>
          </p:nvPr>
        </p:nvSpPr>
        <p:spPr>
          <a:xfrm>
            <a:off x="4523910" y="2686051"/>
            <a:ext cx="3147226" cy="3124200"/>
          </a:xfrm>
        </p:spPr>
        <p:txBody>
          <a:bodyPr>
            <a:noAutofit/>
          </a:bodyPr>
          <a:lstStyle>
            <a:lvl1pPr marL="0" indent="0" algn="ctr">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28" name="Text Placeholder 4">
            <a:extLst>
              <a:ext uri="{FF2B5EF4-FFF2-40B4-BE49-F238E27FC236}">
                <a16:creationId xmlns:a16="http://schemas.microsoft.com/office/drawing/2014/main" id="{CCDCC00D-17ED-8F0B-BBBF-1BA6112B423F}"/>
              </a:ext>
            </a:extLst>
          </p:cNvPr>
          <p:cNvSpPr>
            <a:spLocks noGrp="1"/>
          </p:cNvSpPr>
          <p:nvPr userDrawn="1">
            <p:ph type="body" sz="quarter" idx="27" hasCustomPrompt="1"/>
          </p:nvPr>
        </p:nvSpPr>
        <p:spPr>
          <a:xfrm>
            <a:off x="880363" y="1770474"/>
            <a:ext cx="3233420" cy="613866"/>
          </a:xfrm>
          <a:prstGeom prst="roundRect">
            <a:avLst>
              <a:gd name="adj" fmla="val 75114"/>
            </a:avLst>
          </a:prstGeom>
          <a:gradFill>
            <a:gsLst>
              <a:gs pos="0">
                <a:srgbClr val="8449A9"/>
              </a:gs>
              <a:gs pos="100000">
                <a:srgbClr val="0538BB"/>
              </a:gs>
            </a:gsLst>
            <a:lin ang="2700000" scaled="1"/>
          </a:gradFill>
        </p:spPr>
        <p:txBody>
          <a:bodyPr lIns="91440" tIns="45720" rIns="91440" bIns="45720" anchor="ctr">
            <a:noAutofit/>
          </a:bodyPr>
          <a:lstStyle>
            <a:lvl1pPr marL="0" indent="0" algn="ctr">
              <a:buSzPct val="100000"/>
              <a:buFont typeface="Arial" panose="020B0604020202020204" pitchFamily="34" charset="0"/>
              <a:buNone/>
              <a:defRPr sz="2400">
                <a:solidFill>
                  <a:schemeClr val="tx1"/>
                </a:solidFill>
                <a:latin typeface="+mj-lt"/>
              </a:defRPr>
            </a:lvl1pPr>
          </a:lstStyle>
          <a:p>
            <a:pPr lvl="0"/>
            <a:r>
              <a:rPr lang="en-US"/>
              <a:t>Lorem ipsum</a:t>
            </a:r>
          </a:p>
        </p:txBody>
      </p:sp>
      <p:sp>
        <p:nvSpPr>
          <p:cNvPr id="29" name="Text Placeholder 4">
            <a:extLst>
              <a:ext uri="{FF2B5EF4-FFF2-40B4-BE49-F238E27FC236}">
                <a16:creationId xmlns:a16="http://schemas.microsoft.com/office/drawing/2014/main" id="{87A69CFD-DA45-7D52-4657-984FCD979650}"/>
              </a:ext>
            </a:extLst>
          </p:cNvPr>
          <p:cNvSpPr>
            <a:spLocks noGrp="1"/>
          </p:cNvSpPr>
          <p:nvPr userDrawn="1">
            <p:ph type="body" sz="quarter" idx="28" hasCustomPrompt="1"/>
          </p:nvPr>
        </p:nvSpPr>
        <p:spPr>
          <a:xfrm>
            <a:off x="4480813" y="1770474"/>
            <a:ext cx="3233420" cy="613866"/>
          </a:xfrm>
          <a:prstGeom prst="roundRect">
            <a:avLst>
              <a:gd name="adj" fmla="val 75114"/>
            </a:avLst>
          </a:prstGeom>
          <a:gradFill>
            <a:gsLst>
              <a:gs pos="0">
                <a:srgbClr val="8449A9"/>
              </a:gs>
              <a:gs pos="100000">
                <a:srgbClr val="0538BB"/>
              </a:gs>
            </a:gsLst>
            <a:lin ang="2700000" scaled="1"/>
          </a:gradFill>
        </p:spPr>
        <p:txBody>
          <a:bodyPr anchor="ctr">
            <a:noAutofit/>
          </a:bodyPr>
          <a:lstStyle>
            <a:lvl1pPr marL="0" indent="0" algn="ctr">
              <a:buSzPct val="100000"/>
              <a:buFont typeface="Arial" panose="020B0604020202020204" pitchFamily="34" charset="0"/>
              <a:buNone/>
              <a:defRPr sz="2400">
                <a:solidFill>
                  <a:schemeClr val="tx1"/>
                </a:solidFill>
                <a:latin typeface="+mj-lt"/>
              </a:defRPr>
            </a:lvl1pPr>
          </a:lstStyle>
          <a:p>
            <a:pPr lvl="0"/>
            <a:r>
              <a:rPr lang="en-US"/>
              <a:t>Lorem ipsum</a:t>
            </a:r>
          </a:p>
        </p:txBody>
      </p:sp>
      <p:sp>
        <p:nvSpPr>
          <p:cNvPr id="30" name="Text Placeholder 4">
            <a:extLst>
              <a:ext uri="{FF2B5EF4-FFF2-40B4-BE49-F238E27FC236}">
                <a16:creationId xmlns:a16="http://schemas.microsoft.com/office/drawing/2014/main" id="{58859C94-ABDB-53E3-8E82-EE100F40EC8A}"/>
              </a:ext>
            </a:extLst>
          </p:cNvPr>
          <p:cNvSpPr>
            <a:spLocks noGrp="1"/>
          </p:cNvSpPr>
          <p:nvPr userDrawn="1">
            <p:ph type="body" sz="quarter" idx="29" hasCustomPrompt="1"/>
          </p:nvPr>
        </p:nvSpPr>
        <p:spPr>
          <a:xfrm>
            <a:off x="8081263" y="1770474"/>
            <a:ext cx="3233420" cy="613866"/>
          </a:xfrm>
          <a:prstGeom prst="roundRect">
            <a:avLst>
              <a:gd name="adj" fmla="val 75114"/>
            </a:avLst>
          </a:prstGeom>
          <a:gradFill>
            <a:gsLst>
              <a:gs pos="0">
                <a:srgbClr val="8449A9"/>
              </a:gs>
              <a:gs pos="100000">
                <a:srgbClr val="0538BB"/>
              </a:gs>
            </a:gsLst>
            <a:lin ang="2700000" scaled="1"/>
          </a:gradFill>
        </p:spPr>
        <p:txBody>
          <a:bodyPr lIns="91440" tIns="45720" rIns="91440" bIns="45720" anchor="ctr">
            <a:noAutofit/>
          </a:bodyPr>
          <a:lstStyle>
            <a:lvl1pPr marL="0" indent="0" algn="ctr">
              <a:buSzPct val="100000"/>
              <a:buFont typeface="Arial" panose="020B0604020202020204" pitchFamily="34" charset="0"/>
              <a:buNone/>
              <a:defRPr sz="2400">
                <a:solidFill>
                  <a:schemeClr val="tx1"/>
                </a:solidFill>
                <a:latin typeface="+mj-lt"/>
              </a:defRPr>
            </a:lvl1pPr>
          </a:lstStyle>
          <a:p>
            <a:pPr lvl="0"/>
            <a:r>
              <a:rPr lang="en-US"/>
              <a:t>Lorem ipsum</a:t>
            </a:r>
          </a:p>
        </p:txBody>
      </p:sp>
    </p:spTree>
    <p:extLst>
      <p:ext uri="{BB962C8B-B14F-4D97-AF65-F5344CB8AC3E}">
        <p14:creationId xmlns:p14="http://schemas.microsoft.com/office/powerpoint/2010/main" val="7224144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ight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D219CF8-6301-062F-3878-5DD2BC8B11D9}"/>
              </a:ext>
            </a:extLst>
          </p:cNvPr>
          <p:cNvSpPr>
            <a:spLocks/>
          </p:cNvSpPr>
          <p:nvPr userDrawn="1"/>
        </p:nvSpPr>
        <p:spPr bwMode="auto">
          <a:xfrm>
            <a:off x="1" y="0"/>
            <a:ext cx="4065588" cy="6858000"/>
          </a:xfrm>
          <a:prstGeom prst="rect">
            <a:avLst/>
          </a:prstGeom>
          <a:gradFill flip="none" rotWithShape="1">
            <a:gsLst>
              <a:gs pos="0">
                <a:srgbClr val="8449A9"/>
              </a:gs>
              <a:gs pos="100000">
                <a:srgbClr val="0538BB"/>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chemeClr val="bg1"/>
              </a:solidFill>
              <a:cs typeface="Segoe UI" pitchFamily="34" charset="0"/>
            </a:endParaRPr>
          </a:p>
        </p:txBody>
      </p:sp>
      <p:sp>
        <p:nvSpPr>
          <p:cNvPr id="6" name="Oval 5">
            <a:extLst>
              <a:ext uri="{FF2B5EF4-FFF2-40B4-BE49-F238E27FC236}">
                <a16:creationId xmlns:a16="http://schemas.microsoft.com/office/drawing/2014/main" id="{13B417DA-4FE9-DDB4-D474-47CEAD57BA9A}"/>
              </a:ext>
            </a:extLst>
          </p:cNvPr>
          <p:cNvSpPr/>
          <p:nvPr userDrawn="1"/>
        </p:nvSpPr>
        <p:spPr bwMode="auto">
          <a:xfrm>
            <a:off x="4649788" y="1569334"/>
            <a:ext cx="652463" cy="652463"/>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742950" defTabSz="932742" fontAlgn="base">
              <a:spcBef>
                <a:spcPct val="0"/>
              </a:spcBef>
              <a:spcAft>
                <a:spcPct val="0"/>
              </a:spcAft>
            </a:pPr>
            <a:endParaRPr lang="en-US" sz="4000" spc="-50" err="1">
              <a:ln w="3175">
                <a:noFill/>
              </a:ln>
              <a:solidFill>
                <a:schemeClr val="tx1"/>
              </a:solidFill>
              <a:latin typeface="Aptos SemiBold" panose="020B0004020202020204" pitchFamily="34" charset="0"/>
              <a:cs typeface="Segoe UI" pitchFamily="34" charset="0"/>
            </a:endParaRPr>
          </a:p>
        </p:txBody>
      </p:sp>
      <p:cxnSp>
        <p:nvCxnSpPr>
          <p:cNvPr id="11" name="Straight Connector 10">
            <a:extLst>
              <a:ext uri="{FF2B5EF4-FFF2-40B4-BE49-F238E27FC236}">
                <a16:creationId xmlns:a16="http://schemas.microsoft.com/office/drawing/2014/main" id="{49708FCF-8546-DBA2-A113-19B7FDF6B7BA}"/>
              </a:ext>
            </a:extLst>
          </p:cNvPr>
          <p:cNvCxnSpPr/>
          <p:nvPr userDrawn="1"/>
        </p:nvCxnSpPr>
        <p:spPr>
          <a:xfrm>
            <a:off x="5428343" y="1895565"/>
            <a:ext cx="6181045"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2444115"/>
            <a:ext cx="2824862" cy="1969770"/>
          </a:xfrm>
        </p:spPr>
        <p:txBody>
          <a:bodyPr anchor="ctr">
            <a:noAutofit/>
          </a:bodyPr>
          <a:lstStyle>
            <a:lvl1pPr>
              <a:defRPr sz="3200"/>
            </a:lvl1pPr>
          </a:lstStyle>
          <a:p>
            <a:r>
              <a:rPr lang="en-US"/>
              <a:t>Click to edit Master title style</a:t>
            </a:r>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13" name="Text Placeholder 4">
            <a:extLst>
              <a:ext uri="{FF2B5EF4-FFF2-40B4-BE49-F238E27FC236}">
                <a16:creationId xmlns:a16="http://schemas.microsoft.com/office/drawing/2014/main" id="{C49A0E9F-3858-893C-CF35-1DD566F40965}"/>
              </a:ext>
            </a:extLst>
          </p:cNvPr>
          <p:cNvSpPr>
            <a:spLocks noGrp="1"/>
          </p:cNvSpPr>
          <p:nvPr>
            <p:ph type="body" sz="quarter" idx="10" hasCustomPrompt="1"/>
          </p:nvPr>
        </p:nvSpPr>
        <p:spPr>
          <a:xfrm>
            <a:off x="4649788" y="2487898"/>
            <a:ext cx="6959600" cy="2800767"/>
          </a:xfrm>
        </p:spPr>
        <p:txBody>
          <a:bodyPr>
            <a:noAutofit/>
          </a:bodyPr>
          <a:lstStyle>
            <a:lvl1pPr marL="0" indent="0" algn="l">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lvl="0"/>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r>
              <a:rPr lang="en-US"/>
              <a:t>.</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39598106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ight Content w/ima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410DD66-BEF5-AD96-BBE3-8DE5EBF9AFF0}"/>
              </a:ext>
            </a:extLst>
          </p:cNvPr>
          <p:cNvSpPr>
            <a:spLocks/>
          </p:cNvSpPr>
          <p:nvPr userDrawn="1"/>
        </p:nvSpPr>
        <p:spPr bwMode="auto">
          <a:xfrm>
            <a:off x="0" y="0"/>
            <a:ext cx="5008563" cy="6858000"/>
          </a:xfrm>
          <a:prstGeom prst="rect">
            <a:avLst/>
          </a:prstGeom>
          <a:gradFill flip="none" rotWithShape="1">
            <a:gsLst>
              <a:gs pos="0">
                <a:srgbClr val="8449A9"/>
              </a:gs>
              <a:gs pos="100000">
                <a:srgbClr val="0538BB"/>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chemeClr val="bg1"/>
              </a:solidFill>
              <a:cs typeface="Segoe UI" pitchFamily="34" charset="0"/>
            </a:endParaRPr>
          </a:p>
        </p:txBody>
      </p:sp>
      <p:sp>
        <p:nvSpPr>
          <p:cNvPr id="5" name="Rectangle: Rounded Corners 4">
            <a:extLst>
              <a:ext uri="{FF2B5EF4-FFF2-40B4-BE49-F238E27FC236}">
                <a16:creationId xmlns:a16="http://schemas.microsoft.com/office/drawing/2014/main" id="{A320564B-5731-3320-C8CA-3A47A25F8901}"/>
              </a:ext>
            </a:extLst>
          </p:cNvPr>
          <p:cNvSpPr/>
          <p:nvPr userDrawn="1"/>
        </p:nvSpPr>
        <p:spPr bwMode="auto">
          <a:xfrm>
            <a:off x="3619500" y="914401"/>
            <a:ext cx="7987282" cy="5029198"/>
          </a:xfrm>
          <a:prstGeom prst="roundRect">
            <a:avLst>
              <a:gd name="adj" fmla="val 6066"/>
            </a:avLst>
          </a:prstGeom>
          <a:solidFill>
            <a:schemeClr val="bg1"/>
          </a:solidFill>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kern="0" err="1">
              <a:solidFill>
                <a:srgbClr val="091F2C"/>
              </a:solidFill>
              <a:latin typeface="Segoe UI" panose="020B0502040204020203" pitchFamily="34" charset="0"/>
              <a:cs typeface="Segoe UI" panose="020B0502040204020203" pitchFamily="34" charset="0"/>
            </a:endParaRPr>
          </a:p>
        </p:txBody>
      </p:sp>
      <p:cxnSp>
        <p:nvCxnSpPr>
          <p:cNvPr id="15" name="Straight Connector 14">
            <a:extLst>
              <a:ext uri="{FF2B5EF4-FFF2-40B4-BE49-F238E27FC236}">
                <a16:creationId xmlns:a16="http://schemas.microsoft.com/office/drawing/2014/main" id="{F0CDE4F4-7637-A3B9-AE34-A62C85748D27}"/>
              </a:ext>
            </a:extLst>
          </p:cNvPr>
          <p:cNvCxnSpPr/>
          <p:nvPr userDrawn="1"/>
        </p:nvCxnSpPr>
        <p:spPr>
          <a:xfrm>
            <a:off x="6306803" y="3305889"/>
            <a:ext cx="0" cy="2496312"/>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248FCFE-C510-1CB5-C187-2B33129616FB}"/>
              </a:ext>
            </a:extLst>
          </p:cNvPr>
          <p:cNvCxnSpPr/>
          <p:nvPr userDrawn="1"/>
        </p:nvCxnSpPr>
        <p:spPr>
          <a:xfrm>
            <a:off x="8919481" y="3305889"/>
            <a:ext cx="0" cy="2496312"/>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2444115"/>
            <a:ext cx="2824862" cy="1969770"/>
          </a:xfrm>
        </p:spPr>
        <p:txBody>
          <a:bodyPr anchor="ctr">
            <a:noAutofit/>
          </a:bodyPr>
          <a:lstStyle>
            <a:lvl1pPr>
              <a:defRPr sz="3200"/>
            </a:lvl1pPr>
          </a:lstStyle>
          <a:p>
            <a:r>
              <a:rPr lang="en-US"/>
              <a:t>Click to edit Master title style</a:t>
            </a:r>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24" name="Text Placeholder 4">
            <a:extLst>
              <a:ext uri="{FF2B5EF4-FFF2-40B4-BE49-F238E27FC236}">
                <a16:creationId xmlns:a16="http://schemas.microsoft.com/office/drawing/2014/main" id="{D60C2E20-61E5-BBC7-39EB-725601DC7112}"/>
              </a:ext>
            </a:extLst>
          </p:cNvPr>
          <p:cNvSpPr>
            <a:spLocks noGrp="1"/>
          </p:cNvSpPr>
          <p:nvPr>
            <p:ph type="body" sz="quarter" idx="11" hasCustomPrompt="1"/>
          </p:nvPr>
        </p:nvSpPr>
        <p:spPr>
          <a:xfrm>
            <a:off x="6456537" y="3695700"/>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25" name="Text Placeholder 4">
            <a:extLst>
              <a:ext uri="{FF2B5EF4-FFF2-40B4-BE49-F238E27FC236}">
                <a16:creationId xmlns:a16="http://schemas.microsoft.com/office/drawing/2014/main" id="{3C84EC4A-7494-5FEF-0C8D-CA5524840EA2}"/>
              </a:ext>
            </a:extLst>
          </p:cNvPr>
          <p:cNvSpPr>
            <a:spLocks noGrp="1"/>
          </p:cNvSpPr>
          <p:nvPr>
            <p:ph type="body" sz="quarter" idx="12" hasCustomPrompt="1"/>
          </p:nvPr>
        </p:nvSpPr>
        <p:spPr>
          <a:xfrm>
            <a:off x="9069214" y="3695700"/>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26" name="Text Placeholder 4">
            <a:extLst>
              <a:ext uri="{FF2B5EF4-FFF2-40B4-BE49-F238E27FC236}">
                <a16:creationId xmlns:a16="http://schemas.microsoft.com/office/drawing/2014/main" id="{7E4553E0-0909-E795-4581-D517C4E25FA7}"/>
              </a:ext>
            </a:extLst>
          </p:cNvPr>
          <p:cNvSpPr>
            <a:spLocks noGrp="1"/>
          </p:cNvSpPr>
          <p:nvPr>
            <p:ph type="body" sz="quarter" idx="10" hasCustomPrompt="1"/>
          </p:nvPr>
        </p:nvSpPr>
        <p:spPr>
          <a:xfrm>
            <a:off x="3843859" y="3695700"/>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27" name="Text Placeholder 4">
            <a:extLst>
              <a:ext uri="{FF2B5EF4-FFF2-40B4-BE49-F238E27FC236}">
                <a16:creationId xmlns:a16="http://schemas.microsoft.com/office/drawing/2014/main" id="{C51A41B7-DAA5-FB6A-0384-21E000A9E7BA}"/>
              </a:ext>
            </a:extLst>
          </p:cNvPr>
          <p:cNvSpPr>
            <a:spLocks noGrp="1"/>
          </p:cNvSpPr>
          <p:nvPr>
            <p:ph type="body" sz="quarter" idx="13" hasCustomPrompt="1"/>
          </p:nvPr>
        </p:nvSpPr>
        <p:spPr>
          <a:xfrm>
            <a:off x="3843859" y="3279527"/>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28" name="Text Placeholder 4">
            <a:extLst>
              <a:ext uri="{FF2B5EF4-FFF2-40B4-BE49-F238E27FC236}">
                <a16:creationId xmlns:a16="http://schemas.microsoft.com/office/drawing/2014/main" id="{90CC8220-519E-0158-8039-E66ED6F5C94C}"/>
              </a:ext>
            </a:extLst>
          </p:cNvPr>
          <p:cNvSpPr>
            <a:spLocks noGrp="1"/>
          </p:cNvSpPr>
          <p:nvPr>
            <p:ph type="body" sz="quarter" idx="14" hasCustomPrompt="1"/>
          </p:nvPr>
        </p:nvSpPr>
        <p:spPr>
          <a:xfrm>
            <a:off x="6456537" y="3279527"/>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29" name="Text Placeholder 4">
            <a:extLst>
              <a:ext uri="{FF2B5EF4-FFF2-40B4-BE49-F238E27FC236}">
                <a16:creationId xmlns:a16="http://schemas.microsoft.com/office/drawing/2014/main" id="{923F7EEB-42B1-67A4-209A-D406C1BA9321}"/>
              </a:ext>
            </a:extLst>
          </p:cNvPr>
          <p:cNvSpPr>
            <a:spLocks noGrp="1"/>
          </p:cNvSpPr>
          <p:nvPr>
            <p:ph type="body" sz="quarter" idx="15" hasCustomPrompt="1"/>
          </p:nvPr>
        </p:nvSpPr>
        <p:spPr>
          <a:xfrm>
            <a:off x="9069214" y="3279527"/>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39" name="Picture Placeholder 38">
            <a:extLst>
              <a:ext uri="{FF2B5EF4-FFF2-40B4-BE49-F238E27FC236}">
                <a16:creationId xmlns:a16="http://schemas.microsoft.com/office/drawing/2014/main" id="{31D98E28-0CAD-035F-2E2B-3A739CB2D11D}"/>
              </a:ext>
            </a:extLst>
          </p:cNvPr>
          <p:cNvSpPr>
            <a:spLocks noGrp="1"/>
          </p:cNvSpPr>
          <p:nvPr>
            <p:ph type="pic" sz="quarter" idx="16"/>
          </p:nvPr>
        </p:nvSpPr>
        <p:spPr>
          <a:xfrm>
            <a:off x="3768751" y="1059121"/>
            <a:ext cx="2463426" cy="2052069"/>
          </a:xfrm>
          <a:custGeom>
            <a:avLst/>
            <a:gdLst>
              <a:gd name="connsiteX0" fmla="*/ 182614 w 2463426"/>
              <a:gd name="connsiteY0" fmla="*/ 0 h 2052069"/>
              <a:gd name="connsiteX1" fmla="*/ 2280812 w 2463426"/>
              <a:gd name="connsiteY1" fmla="*/ 0 h 2052069"/>
              <a:gd name="connsiteX2" fmla="*/ 2463426 w 2463426"/>
              <a:gd name="connsiteY2" fmla="*/ 182614 h 2052069"/>
              <a:gd name="connsiteX3" fmla="*/ 2463426 w 2463426"/>
              <a:gd name="connsiteY3" fmla="*/ 1869455 h 2052069"/>
              <a:gd name="connsiteX4" fmla="*/ 2280812 w 2463426"/>
              <a:gd name="connsiteY4" fmla="*/ 2052069 h 2052069"/>
              <a:gd name="connsiteX5" fmla="*/ 1653356 w 2463426"/>
              <a:gd name="connsiteY5" fmla="*/ 2052069 h 2052069"/>
              <a:gd name="connsiteX6" fmla="*/ 1624193 w 2463426"/>
              <a:gd name="connsiteY6" fmla="*/ 2022906 h 2052069"/>
              <a:gd name="connsiteX7" fmla="*/ 839233 w 2463426"/>
              <a:gd name="connsiteY7" fmla="*/ 2022906 h 2052069"/>
              <a:gd name="connsiteX8" fmla="*/ 810070 w 2463426"/>
              <a:gd name="connsiteY8" fmla="*/ 2052069 h 2052069"/>
              <a:gd name="connsiteX9" fmla="*/ 182614 w 2463426"/>
              <a:gd name="connsiteY9" fmla="*/ 2052069 h 2052069"/>
              <a:gd name="connsiteX10" fmla="*/ 0 w 2463426"/>
              <a:gd name="connsiteY10" fmla="*/ 1869455 h 2052069"/>
              <a:gd name="connsiteX11" fmla="*/ 0 w 2463426"/>
              <a:gd name="connsiteY11" fmla="*/ 182614 h 2052069"/>
              <a:gd name="connsiteX12" fmla="*/ 182614 w 2463426"/>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63426" h="2052069">
                <a:moveTo>
                  <a:pt x="182614" y="0"/>
                </a:moveTo>
                <a:lnTo>
                  <a:pt x="2280812" y="0"/>
                </a:lnTo>
                <a:cubicBezTo>
                  <a:pt x="2381667" y="0"/>
                  <a:pt x="2463426" y="81759"/>
                  <a:pt x="2463426" y="182614"/>
                </a:cubicBezTo>
                <a:lnTo>
                  <a:pt x="2463426" y="1869455"/>
                </a:lnTo>
                <a:cubicBezTo>
                  <a:pt x="2463426" y="1970310"/>
                  <a:pt x="2381667" y="2052069"/>
                  <a:pt x="2280812" y="2052069"/>
                </a:cubicBezTo>
                <a:lnTo>
                  <a:pt x="1653356" y="2052069"/>
                </a:lnTo>
                <a:cubicBezTo>
                  <a:pt x="1653356" y="2035963"/>
                  <a:pt x="1640299" y="2022906"/>
                  <a:pt x="1624193" y="2022906"/>
                </a:cubicBezTo>
                <a:lnTo>
                  <a:pt x="839233" y="2022906"/>
                </a:lnTo>
                <a:cubicBezTo>
                  <a:pt x="823127" y="2022906"/>
                  <a:pt x="810070" y="2035963"/>
                  <a:pt x="810070"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
        <p:nvSpPr>
          <p:cNvPr id="40" name="Picture Placeholder 39">
            <a:extLst>
              <a:ext uri="{FF2B5EF4-FFF2-40B4-BE49-F238E27FC236}">
                <a16:creationId xmlns:a16="http://schemas.microsoft.com/office/drawing/2014/main" id="{8B396C93-33F3-A84C-9C20-9AF3D574F973}"/>
              </a:ext>
            </a:extLst>
          </p:cNvPr>
          <p:cNvSpPr>
            <a:spLocks noGrp="1"/>
          </p:cNvSpPr>
          <p:nvPr>
            <p:ph type="pic" sz="quarter" idx="17"/>
          </p:nvPr>
        </p:nvSpPr>
        <p:spPr>
          <a:xfrm>
            <a:off x="6381428" y="1059121"/>
            <a:ext cx="2463426" cy="2052069"/>
          </a:xfrm>
          <a:custGeom>
            <a:avLst/>
            <a:gdLst>
              <a:gd name="connsiteX0" fmla="*/ 182614 w 2463426"/>
              <a:gd name="connsiteY0" fmla="*/ 0 h 2052069"/>
              <a:gd name="connsiteX1" fmla="*/ 2280812 w 2463426"/>
              <a:gd name="connsiteY1" fmla="*/ 0 h 2052069"/>
              <a:gd name="connsiteX2" fmla="*/ 2463426 w 2463426"/>
              <a:gd name="connsiteY2" fmla="*/ 182614 h 2052069"/>
              <a:gd name="connsiteX3" fmla="*/ 2463426 w 2463426"/>
              <a:gd name="connsiteY3" fmla="*/ 1869455 h 2052069"/>
              <a:gd name="connsiteX4" fmla="*/ 2280812 w 2463426"/>
              <a:gd name="connsiteY4" fmla="*/ 2052069 h 2052069"/>
              <a:gd name="connsiteX5" fmla="*/ 1653355 w 2463426"/>
              <a:gd name="connsiteY5" fmla="*/ 2052069 h 2052069"/>
              <a:gd name="connsiteX6" fmla="*/ 1624192 w 2463426"/>
              <a:gd name="connsiteY6" fmla="*/ 2022906 h 2052069"/>
              <a:gd name="connsiteX7" fmla="*/ 839232 w 2463426"/>
              <a:gd name="connsiteY7" fmla="*/ 2022906 h 2052069"/>
              <a:gd name="connsiteX8" fmla="*/ 810069 w 2463426"/>
              <a:gd name="connsiteY8" fmla="*/ 2052069 h 2052069"/>
              <a:gd name="connsiteX9" fmla="*/ 182614 w 2463426"/>
              <a:gd name="connsiteY9" fmla="*/ 2052069 h 2052069"/>
              <a:gd name="connsiteX10" fmla="*/ 0 w 2463426"/>
              <a:gd name="connsiteY10" fmla="*/ 1869455 h 2052069"/>
              <a:gd name="connsiteX11" fmla="*/ 0 w 2463426"/>
              <a:gd name="connsiteY11" fmla="*/ 182614 h 2052069"/>
              <a:gd name="connsiteX12" fmla="*/ 182614 w 2463426"/>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63426" h="2052069">
                <a:moveTo>
                  <a:pt x="182614" y="0"/>
                </a:moveTo>
                <a:lnTo>
                  <a:pt x="2280812" y="0"/>
                </a:lnTo>
                <a:cubicBezTo>
                  <a:pt x="2381667" y="0"/>
                  <a:pt x="2463426" y="81759"/>
                  <a:pt x="2463426" y="182614"/>
                </a:cubicBezTo>
                <a:lnTo>
                  <a:pt x="2463426" y="1869455"/>
                </a:lnTo>
                <a:cubicBezTo>
                  <a:pt x="2463426" y="1970310"/>
                  <a:pt x="2381667" y="2052069"/>
                  <a:pt x="2280812" y="2052069"/>
                </a:cubicBezTo>
                <a:lnTo>
                  <a:pt x="1653355" y="2052069"/>
                </a:lnTo>
                <a:cubicBezTo>
                  <a:pt x="1653355" y="2035963"/>
                  <a:pt x="1640298" y="2022906"/>
                  <a:pt x="1624192" y="2022906"/>
                </a:cubicBezTo>
                <a:lnTo>
                  <a:pt x="839232" y="2022906"/>
                </a:lnTo>
                <a:cubicBezTo>
                  <a:pt x="823126" y="2022906"/>
                  <a:pt x="810069" y="2035963"/>
                  <a:pt x="810069"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
        <p:nvSpPr>
          <p:cNvPr id="41" name="Picture Placeholder 40">
            <a:extLst>
              <a:ext uri="{FF2B5EF4-FFF2-40B4-BE49-F238E27FC236}">
                <a16:creationId xmlns:a16="http://schemas.microsoft.com/office/drawing/2014/main" id="{DF35B82B-21E8-F822-97E1-9D6F9F9C7863}"/>
              </a:ext>
            </a:extLst>
          </p:cNvPr>
          <p:cNvSpPr>
            <a:spLocks noGrp="1"/>
          </p:cNvSpPr>
          <p:nvPr>
            <p:ph type="pic" sz="quarter" idx="18"/>
          </p:nvPr>
        </p:nvSpPr>
        <p:spPr>
          <a:xfrm>
            <a:off x="8994106" y="1059121"/>
            <a:ext cx="2463426" cy="2052069"/>
          </a:xfrm>
          <a:custGeom>
            <a:avLst/>
            <a:gdLst>
              <a:gd name="connsiteX0" fmla="*/ 182614 w 2463426"/>
              <a:gd name="connsiteY0" fmla="*/ 0 h 2052069"/>
              <a:gd name="connsiteX1" fmla="*/ 2280812 w 2463426"/>
              <a:gd name="connsiteY1" fmla="*/ 0 h 2052069"/>
              <a:gd name="connsiteX2" fmla="*/ 2463426 w 2463426"/>
              <a:gd name="connsiteY2" fmla="*/ 182614 h 2052069"/>
              <a:gd name="connsiteX3" fmla="*/ 2463426 w 2463426"/>
              <a:gd name="connsiteY3" fmla="*/ 1869455 h 2052069"/>
              <a:gd name="connsiteX4" fmla="*/ 2280812 w 2463426"/>
              <a:gd name="connsiteY4" fmla="*/ 2052069 h 2052069"/>
              <a:gd name="connsiteX5" fmla="*/ 1653355 w 2463426"/>
              <a:gd name="connsiteY5" fmla="*/ 2052069 h 2052069"/>
              <a:gd name="connsiteX6" fmla="*/ 1624192 w 2463426"/>
              <a:gd name="connsiteY6" fmla="*/ 2022906 h 2052069"/>
              <a:gd name="connsiteX7" fmla="*/ 839232 w 2463426"/>
              <a:gd name="connsiteY7" fmla="*/ 2022906 h 2052069"/>
              <a:gd name="connsiteX8" fmla="*/ 810069 w 2463426"/>
              <a:gd name="connsiteY8" fmla="*/ 2052069 h 2052069"/>
              <a:gd name="connsiteX9" fmla="*/ 182614 w 2463426"/>
              <a:gd name="connsiteY9" fmla="*/ 2052069 h 2052069"/>
              <a:gd name="connsiteX10" fmla="*/ 0 w 2463426"/>
              <a:gd name="connsiteY10" fmla="*/ 1869455 h 2052069"/>
              <a:gd name="connsiteX11" fmla="*/ 0 w 2463426"/>
              <a:gd name="connsiteY11" fmla="*/ 182614 h 2052069"/>
              <a:gd name="connsiteX12" fmla="*/ 182614 w 2463426"/>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63426" h="2052069">
                <a:moveTo>
                  <a:pt x="182614" y="0"/>
                </a:moveTo>
                <a:lnTo>
                  <a:pt x="2280812" y="0"/>
                </a:lnTo>
                <a:cubicBezTo>
                  <a:pt x="2381667" y="0"/>
                  <a:pt x="2463426" y="81759"/>
                  <a:pt x="2463426" y="182614"/>
                </a:cubicBezTo>
                <a:lnTo>
                  <a:pt x="2463426" y="1869455"/>
                </a:lnTo>
                <a:cubicBezTo>
                  <a:pt x="2463426" y="1970310"/>
                  <a:pt x="2381667" y="2052069"/>
                  <a:pt x="2280812" y="2052069"/>
                </a:cubicBezTo>
                <a:lnTo>
                  <a:pt x="1653355" y="2052069"/>
                </a:lnTo>
                <a:cubicBezTo>
                  <a:pt x="1653355" y="2035963"/>
                  <a:pt x="1640298" y="2022906"/>
                  <a:pt x="1624192" y="2022906"/>
                </a:cubicBezTo>
                <a:lnTo>
                  <a:pt x="839232" y="2022906"/>
                </a:lnTo>
                <a:cubicBezTo>
                  <a:pt x="823126" y="2022906"/>
                  <a:pt x="810069" y="2035963"/>
                  <a:pt x="810069"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
        <p:nvSpPr>
          <p:cNvPr id="17" name="Title 3">
            <a:extLst>
              <a:ext uri="{FF2B5EF4-FFF2-40B4-BE49-F238E27FC236}">
                <a16:creationId xmlns:a16="http://schemas.microsoft.com/office/drawing/2014/main" id="{36D4A3A3-E4CC-9EEE-5852-9D0EC5427E69}"/>
              </a:ext>
            </a:extLst>
          </p:cNvPr>
          <p:cNvSpPr txBox="1">
            <a:spLocks/>
          </p:cNvSpPr>
          <p:nvPr userDrawn="1"/>
        </p:nvSpPr>
        <p:spPr>
          <a:xfrm>
            <a:off x="4578821" y="3082027"/>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
        <p:nvSpPr>
          <p:cNvPr id="18" name="Title 3">
            <a:extLst>
              <a:ext uri="{FF2B5EF4-FFF2-40B4-BE49-F238E27FC236}">
                <a16:creationId xmlns:a16="http://schemas.microsoft.com/office/drawing/2014/main" id="{35E95D88-BE15-D1B5-3587-4D1C0BE8698A}"/>
              </a:ext>
            </a:extLst>
          </p:cNvPr>
          <p:cNvSpPr txBox="1">
            <a:spLocks/>
          </p:cNvSpPr>
          <p:nvPr userDrawn="1"/>
        </p:nvSpPr>
        <p:spPr>
          <a:xfrm>
            <a:off x="7191497" y="3082027"/>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
        <p:nvSpPr>
          <p:cNvPr id="19" name="Title 3">
            <a:extLst>
              <a:ext uri="{FF2B5EF4-FFF2-40B4-BE49-F238E27FC236}">
                <a16:creationId xmlns:a16="http://schemas.microsoft.com/office/drawing/2014/main" id="{1E9ED040-91EC-F2A0-4756-0C60255EB35D}"/>
              </a:ext>
            </a:extLst>
          </p:cNvPr>
          <p:cNvSpPr txBox="1">
            <a:spLocks/>
          </p:cNvSpPr>
          <p:nvPr userDrawn="1"/>
        </p:nvSpPr>
        <p:spPr>
          <a:xfrm>
            <a:off x="9804175" y="3082027"/>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Tree>
    <p:extLst>
      <p:ext uri="{BB962C8B-B14F-4D97-AF65-F5344CB8AC3E}">
        <p14:creationId xmlns:p14="http://schemas.microsoft.com/office/powerpoint/2010/main" val="23741166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w/image">
    <p:spTree>
      <p:nvGrpSpPr>
        <p:cNvPr id="1" name=""/>
        <p:cNvGrpSpPr/>
        <p:nvPr/>
      </p:nvGrpSpPr>
      <p:grpSpPr>
        <a:xfrm>
          <a:off x="0" y="0"/>
          <a:ext cx="0" cy="0"/>
          <a:chOff x="0" y="0"/>
          <a:chExt cx="0" cy="0"/>
        </a:xfrm>
      </p:grpSpPr>
      <p:sp>
        <p:nvSpPr>
          <p:cNvPr id="55" name="Picture Placeholder 54">
            <a:extLst>
              <a:ext uri="{FF2B5EF4-FFF2-40B4-BE49-F238E27FC236}">
                <a16:creationId xmlns:a16="http://schemas.microsoft.com/office/drawing/2014/main" id="{6C081ABA-A597-9549-34F5-4F80C3640D42}"/>
              </a:ext>
            </a:extLst>
          </p:cNvPr>
          <p:cNvSpPr>
            <a:spLocks noGrp="1"/>
          </p:cNvSpPr>
          <p:nvPr>
            <p:ph type="pic" sz="quarter" idx="18"/>
          </p:nvPr>
        </p:nvSpPr>
        <p:spPr>
          <a:xfrm>
            <a:off x="588963" y="1457138"/>
            <a:ext cx="2651442" cy="2052069"/>
          </a:xfrm>
          <a:custGeom>
            <a:avLst/>
            <a:gdLst>
              <a:gd name="connsiteX0" fmla="*/ 182614 w 2651442"/>
              <a:gd name="connsiteY0" fmla="*/ 0 h 2052069"/>
              <a:gd name="connsiteX1" fmla="*/ 2468828 w 2651442"/>
              <a:gd name="connsiteY1" fmla="*/ 0 h 2052069"/>
              <a:gd name="connsiteX2" fmla="*/ 2651442 w 2651442"/>
              <a:gd name="connsiteY2" fmla="*/ 182614 h 2052069"/>
              <a:gd name="connsiteX3" fmla="*/ 2651442 w 2651442"/>
              <a:gd name="connsiteY3" fmla="*/ 1869455 h 2052069"/>
              <a:gd name="connsiteX4" fmla="*/ 2468828 w 2651442"/>
              <a:gd name="connsiteY4" fmla="*/ 2052069 h 2052069"/>
              <a:gd name="connsiteX5" fmla="*/ 1747364 w 2651442"/>
              <a:gd name="connsiteY5" fmla="*/ 2052069 h 2052069"/>
              <a:gd name="connsiteX6" fmla="*/ 1718201 w 2651442"/>
              <a:gd name="connsiteY6" fmla="*/ 2022906 h 2052069"/>
              <a:gd name="connsiteX7" fmla="*/ 933241 w 2651442"/>
              <a:gd name="connsiteY7" fmla="*/ 2022906 h 2052069"/>
              <a:gd name="connsiteX8" fmla="*/ 904078 w 2651442"/>
              <a:gd name="connsiteY8" fmla="*/ 2052069 h 2052069"/>
              <a:gd name="connsiteX9" fmla="*/ 182614 w 2651442"/>
              <a:gd name="connsiteY9" fmla="*/ 2052069 h 2052069"/>
              <a:gd name="connsiteX10" fmla="*/ 0 w 2651442"/>
              <a:gd name="connsiteY10" fmla="*/ 1869455 h 2052069"/>
              <a:gd name="connsiteX11" fmla="*/ 0 w 2651442"/>
              <a:gd name="connsiteY11" fmla="*/ 182614 h 2052069"/>
              <a:gd name="connsiteX12" fmla="*/ 182614 w 2651442"/>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1442" h="2052069">
                <a:moveTo>
                  <a:pt x="182614" y="0"/>
                </a:moveTo>
                <a:lnTo>
                  <a:pt x="2468828" y="0"/>
                </a:lnTo>
                <a:cubicBezTo>
                  <a:pt x="2569683" y="0"/>
                  <a:pt x="2651442" y="81759"/>
                  <a:pt x="2651442" y="182614"/>
                </a:cubicBezTo>
                <a:lnTo>
                  <a:pt x="2651442" y="1869455"/>
                </a:lnTo>
                <a:cubicBezTo>
                  <a:pt x="2651442" y="1970310"/>
                  <a:pt x="2569683" y="2052069"/>
                  <a:pt x="2468828" y="2052069"/>
                </a:cubicBezTo>
                <a:lnTo>
                  <a:pt x="1747364" y="2052069"/>
                </a:lnTo>
                <a:cubicBezTo>
                  <a:pt x="1747364" y="2035963"/>
                  <a:pt x="1734307" y="2022906"/>
                  <a:pt x="1718201" y="2022906"/>
                </a:cubicBezTo>
                <a:lnTo>
                  <a:pt x="933241" y="2022906"/>
                </a:lnTo>
                <a:cubicBezTo>
                  <a:pt x="917135" y="2022906"/>
                  <a:pt x="904078" y="2035963"/>
                  <a:pt x="904078"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cxnSp>
        <p:nvCxnSpPr>
          <p:cNvPr id="11" name="Straight Connector 10">
            <a:extLst>
              <a:ext uri="{FF2B5EF4-FFF2-40B4-BE49-F238E27FC236}">
                <a16:creationId xmlns:a16="http://schemas.microsoft.com/office/drawing/2014/main" id="{028AB74D-4A1E-30CF-6252-AA0A6D599481}"/>
              </a:ext>
            </a:extLst>
          </p:cNvPr>
          <p:cNvCxnSpPr/>
          <p:nvPr userDrawn="1"/>
        </p:nvCxnSpPr>
        <p:spPr>
          <a:xfrm>
            <a:off x="6097428" y="3703906"/>
            <a:ext cx="0" cy="2496312"/>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7A8FC3A-8535-819D-6A2A-005CD7B82DB8}"/>
              </a:ext>
            </a:extLst>
          </p:cNvPr>
          <p:cNvCxnSpPr/>
          <p:nvPr userDrawn="1"/>
        </p:nvCxnSpPr>
        <p:spPr>
          <a:xfrm>
            <a:off x="8886030" y="3703906"/>
            <a:ext cx="0" cy="2496312"/>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13" name="Title 3">
            <a:extLst>
              <a:ext uri="{FF2B5EF4-FFF2-40B4-BE49-F238E27FC236}">
                <a16:creationId xmlns:a16="http://schemas.microsoft.com/office/drawing/2014/main" id="{0395D3DA-E0C0-1D0F-378E-219FE7BE6171}"/>
              </a:ext>
            </a:extLst>
          </p:cNvPr>
          <p:cNvSpPr txBox="1">
            <a:spLocks/>
          </p:cNvSpPr>
          <p:nvPr userDrawn="1"/>
        </p:nvSpPr>
        <p:spPr>
          <a:xfrm>
            <a:off x="4281484" y="3480044"/>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
        <p:nvSpPr>
          <p:cNvPr id="14" name="Title 3">
            <a:extLst>
              <a:ext uri="{FF2B5EF4-FFF2-40B4-BE49-F238E27FC236}">
                <a16:creationId xmlns:a16="http://schemas.microsoft.com/office/drawing/2014/main" id="{DC774EE1-0811-3DE7-3075-F46CF3CEB48B}"/>
              </a:ext>
            </a:extLst>
          </p:cNvPr>
          <p:cNvSpPr txBox="1">
            <a:spLocks/>
          </p:cNvSpPr>
          <p:nvPr userDrawn="1"/>
        </p:nvSpPr>
        <p:spPr>
          <a:xfrm>
            <a:off x="7070086" y="3480044"/>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
        <p:nvSpPr>
          <p:cNvPr id="20" name="Title 3">
            <a:extLst>
              <a:ext uri="{FF2B5EF4-FFF2-40B4-BE49-F238E27FC236}">
                <a16:creationId xmlns:a16="http://schemas.microsoft.com/office/drawing/2014/main" id="{10A1A648-845E-8F85-C44E-905D4AAB1C92}"/>
              </a:ext>
            </a:extLst>
          </p:cNvPr>
          <p:cNvSpPr txBox="1">
            <a:spLocks/>
          </p:cNvSpPr>
          <p:nvPr userDrawn="1"/>
        </p:nvSpPr>
        <p:spPr>
          <a:xfrm>
            <a:off x="9858689" y="3480044"/>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
        <p:nvSpPr>
          <p:cNvPr id="32" name="Title 3">
            <a:extLst>
              <a:ext uri="{FF2B5EF4-FFF2-40B4-BE49-F238E27FC236}">
                <a16:creationId xmlns:a16="http://schemas.microsoft.com/office/drawing/2014/main" id="{48DDDF4A-FE17-1102-A124-218F87FABE26}"/>
              </a:ext>
            </a:extLst>
          </p:cNvPr>
          <p:cNvSpPr txBox="1">
            <a:spLocks/>
          </p:cNvSpPr>
          <p:nvPr userDrawn="1"/>
        </p:nvSpPr>
        <p:spPr>
          <a:xfrm>
            <a:off x="1493041" y="3480044"/>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cxnSp>
        <p:nvCxnSpPr>
          <p:cNvPr id="34" name="Straight Connector 33">
            <a:extLst>
              <a:ext uri="{FF2B5EF4-FFF2-40B4-BE49-F238E27FC236}">
                <a16:creationId xmlns:a16="http://schemas.microsoft.com/office/drawing/2014/main" id="{6C190A52-AF71-7BFE-4108-B88156B2CA21}"/>
              </a:ext>
            </a:extLst>
          </p:cNvPr>
          <p:cNvCxnSpPr/>
          <p:nvPr userDrawn="1"/>
        </p:nvCxnSpPr>
        <p:spPr>
          <a:xfrm>
            <a:off x="3308826" y="3703906"/>
            <a:ext cx="0" cy="2496312"/>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37" name="Text Placeholder 4">
            <a:extLst>
              <a:ext uri="{FF2B5EF4-FFF2-40B4-BE49-F238E27FC236}">
                <a16:creationId xmlns:a16="http://schemas.microsoft.com/office/drawing/2014/main" id="{1D6BF4B2-A0E0-B93E-2319-7092F951884B}"/>
              </a:ext>
            </a:extLst>
          </p:cNvPr>
          <p:cNvSpPr>
            <a:spLocks noGrp="1"/>
          </p:cNvSpPr>
          <p:nvPr>
            <p:ph type="body" sz="quarter" idx="11" hasCustomPrompt="1"/>
          </p:nvPr>
        </p:nvSpPr>
        <p:spPr>
          <a:xfrm>
            <a:off x="3546522" y="4093717"/>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38" name="Text Placeholder 4">
            <a:extLst>
              <a:ext uri="{FF2B5EF4-FFF2-40B4-BE49-F238E27FC236}">
                <a16:creationId xmlns:a16="http://schemas.microsoft.com/office/drawing/2014/main" id="{7B35FEB3-BD4C-043B-7CE0-2D7413A8E832}"/>
              </a:ext>
            </a:extLst>
          </p:cNvPr>
          <p:cNvSpPr>
            <a:spLocks noGrp="1"/>
          </p:cNvSpPr>
          <p:nvPr>
            <p:ph type="body" sz="quarter" idx="10" hasCustomPrompt="1"/>
          </p:nvPr>
        </p:nvSpPr>
        <p:spPr>
          <a:xfrm>
            <a:off x="758079" y="4093717"/>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42" name="Text Placeholder 4">
            <a:extLst>
              <a:ext uri="{FF2B5EF4-FFF2-40B4-BE49-F238E27FC236}">
                <a16:creationId xmlns:a16="http://schemas.microsoft.com/office/drawing/2014/main" id="{D738A791-9107-15D1-867C-838379840095}"/>
              </a:ext>
            </a:extLst>
          </p:cNvPr>
          <p:cNvSpPr>
            <a:spLocks noGrp="1"/>
          </p:cNvSpPr>
          <p:nvPr>
            <p:ph type="body" sz="quarter" idx="12" hasCustomPrompt="1"/>
          </p:nvPr>
        </p:nvSpPr>
        <p:spPr>
          <a:xfrm>
            <a:off x="9123727" y="4093717"/>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43" name="Text Placeholder 4">
            <a:extLst>
              <a:ext uri="{FF2B5EF4-FFF2-40B4-BE49-F238E27FC236}">
                <a16:creationId xmlns:a16="http://schemas.microsoft.com/office/drawing/2014/main" id="{BEDEF4E4-3611-CA6F-3F1C-94341F49E373}"/>
              </a:ext>
            </a:extLst>
          </p:cNvPr>
          <p:cNvSpPr>
            <a:spLocks noGrp="1"/>
          </p:cNvSpPr>
          <p:nvPr>
            <p:ph type="body" sz="quarter" idx="13" hasCustomPrompt="1"/>
          </p:nvPr>
        </p:nvSpPr>
        <p:spPr>
          <a:xfrm>
            <a:off x="6335124" y="4093717"/>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44" name="Text Placeholder 4">
            <a:extLst>
              <a:ext uri="{FF2B5EF4-FFF2-40B4-BE49-F238E27FC236}">
                <a16:creationId xmlns:a16="http://schemas.microsoft.com/office/drawing/2014/main" id="{45EB059A-358A-2FFF-2F7F-A0999E707683}"/>
              </a:ext>
            </a:extLst>
          </p:cNvPr>
          <p:cNvSpPr>
            <a:spLocks noGrp="1"/>
          </p:cNvSpPr>
          <p:nvPr>
            <p:ph type="body" sz="quarter" idx="14" hasCustomPrompt="1"/>
          </p:nvPr>
        </p:nvSpPr>
        <p:spPr>
          <a:xfrm>
            <a:off x="758079" y="3677544"/>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45" name="Text Placeholder 4">
            <a:extLst>
              <a:ext uri="{FF2B5EF4-FFF2-40B4-BE49-F238E27FC236}">
                <a16:creationId xmlns:a16="http://schemas.microsoft.com/office/drawing/2014/main" id="{EF5AAB1A-8DDA-1173-61AB-FF7B2149BB0F}"/>
              </a:ext>
            </a:extLst>
          </p:cNvPr>
          <p:cNvSpPr>
            <a:spLocks noGrp="1"/>
          </p:cNvSpPr>
          <p:nvPr>
            <p:ph type="body" sz="quarter" idx="15" hasCustomPrompt="1"/>
          </p:nvPr>
        </p:nvSpPr>
        <p:spPr>
          <a:xfrm>
            <a:off x="3546522" y="3677544"/>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46" name="Text Placeholder 4">
            <a:extLst>
              <a:ext uri="{FF2B5EF4-FFF2-40B4-BE49-F238E27FC236}">
                <a16:creationId xmlns:a16="http://schemas.microsoft.com/office/drawing/2014/main" id="{040DC17D-500B-3268-EB51-32F3EBCCD34A}"/>
              </a:ext>
            </a:extLst>
          </p:cNvPr>
          <p:cNvSpPr>
            <a:spLocks noGrp="1"/>
          </p:cNvSpPr>
          <p:nvPr>
            <p:ph type="body" sz="quarter" idx="16" hasCustomPrompt="1"/>
          </p:nvPr>
        </p:nvSpPr>
        <p:spPr>
          <a:xfrm>
            <a:off x="6335124" y="3677544"/>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47" name="Text Placeholder 4">
            <a:extLst>
              <a:ext uri="{FF2B5EF4-FFF2-40B4-BE49-F238E27FC236}">
                <a16:creationId xmlns:a16="http://schemas.microsoft.com/office/drawing/2014/main" id="{79BF6730-D396-1214-46CA-0690745DC949}"/>
              </a:ext>
            </a:extLst>
          </p:cNvPr>
          <p:cNvSpPr>
            <a:spLocks noGrp="1"/>
          </p:cNvSpPr>
          <p:nvPr>
            <p:ph type="body" sz="quarter" idx="17" hasCustomPrompt="1"/>
          </p:nvPr>
        </p:nvSpPr>
        <p:spPr>
          <a:xfrm>
            <a:off x="9123727" y="3677544"/>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48" name="Title 1">
            <a:extLst>
              <a:ext uri="{FF2B5EF4-FFF2-40B4-BE49-F238E27FC236}">
                <a16:creationId xmlns:a16="http://schemas.microsoft.com/office/drawing/2014/main" id="{AD4D7402-B83D-6A0C-30F5-B0C66EFAE971}"/>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sp>
        <p:nvSpPr>
          <p:cNvPr id="56" name="Picture Placeholder 55">
            <a:extLst>
              <a:ext uri="{FF2B5EF4-FFF2-40B4-BE49-F238E27FC236}">
                <a16:creationId xmlns:a16="http://schemas.microsoft.com/office/drawing/2014/main" id="{89BB5E4B-ECCB-89F3-38BD-F38184A39D0D}"/>
              </a:ext>
            </a:extLst>
          </p:cNvPr>
          <p:cNvSpPr>
            <a:spLocks noGrp="1"/>
          </p:cNvSpPr>
          <p:nvPr>
            <p:ph type="pic" sz="quarter" idx="19"/>
          </p:nvPr>
        </p:nvSpPr>
        <p:spPr>
          <a:xfrm>
            <a:off x="8954612" y="1457138"/>
            <a:ext cx="2651442" cy="2052069"/>
          </a:xfrm>
          <a:custGeom>
            <a:avLst/>
            <a:gdLst>
              <a:gd name="connsiteX0" fmla="*/ 182614 w 2651442"/>
              <a:gd name="connsiteY0" fmla="*/ 0 h 2052069"/>
              <a:gd name="connsiteX1" fmla="*/ 2468828 w 2651442"/>
              <a:gd name="connsiteY1" fmla="*/ 0 h 2052069"/>
              <a:gd name="connsiteX2" fmla="*/ 2651442 w 2651442"/>
              <a:gd name="connsiteY2" fmla="*/ 182614 h 2052069"/>
              <a:gd name="connsiteX3" fmla="*/ 2651442 w 2651442"/>
              <a:gd name="connsiteY3" fmla="*/ 1869455 h 2052069"/>
              <a:gd name="connsiteX4" fmla="*/ 2468828 w 2651442"/>
              <a:gd name="connsiteY4" fmla="*/ 2052069 h 2052069"/>
              <a:gd name="connsiteX5" fmla="*/ 1747364 w 2651442"/>
              <a:gd name="connsiteY5" fmla="*/ 2052069 h 2052069"/>
              <a:gd name="connsiteX6" fmla="*/ 1718201 w 2651442"/>
              <a:gd name="connsiteY6" fmla="*/ 2022906 h 2052069"/>
              <a:gd name="connsiteX7" fmla="*/ 933241 w 2651442"/>
              <a:gd name="connsiteY7" fmla="*/ 2022906 h 2052069"/>
              <a:gd name="connsiteX8" fmla="*/ 904078 w 2651442"/>
              <a:gd name="connsiteY8" fmla="*/ 2052069 h 2052069"/>
              <a:gd name="connsiteX9" fmla="*/ 182614 w 2651442"/>
              <a:gd name="connsiteY9" fmla="*/ 2052069 h 2052069"/>
              <a:gd name="connsiteX10" fmla="*/ 0 w 2651442"/>
              <a:gd name="connsiteY10" fmla="*/ 1869455 h 2052069"/>
              <a:gd name="connsiteX11" fmla="*/ 0 w 2651442"/>
              <a:gd name="connsiteY11" fmla="*/ 182614 h 2052069"/>
              <a:gd name="connsiteX12" fmla="*/ 182614 w 2651442"/>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1442" h="2052069">
                <a:moveTo>
                  <a:pt x="182614" y="0"/>
                </a:moveTo>
                <a:lnTo>
                  <a:pt x="2468828" y="0"/>
                </a:lnTo>
                <a:cubicBezTo>
                  <a:pt x="2569683" y="0"/>
                  <a:pt x="2651442" y="81759"/>
                  <a:pt x="2651442" y="182614"/>
                </a:cubicBezTo>
                <a:lnTo>
                  <a:pt x="2651442" y="1869455"/>
                </a:lnTo>
                <a:cubicBezTo>
                  <a:pt x="2651442" y="1970310"/>
                  <a:pt x="2569683" y="2052069"/>
                  <a:pt x="2468828" y="2052069"/>
                </a:cubicBezTo>
                <a:lnTo>
                  <a:pt x="1747364" y="2052069"/>
                </a:lnTo>
                <a:cubicBezTo>
                  <a:pt x="1747364" y="2035963"/>
                  <a:pt x="1734307" y="2022906"/>
                  <a:pt x="1718201" y="2022906"/>
                </a:cubicBezTo>
                <a:lnTo>
                  <a:pt x="933241" y="2022906"/>
                </a:lnTo>
                <a:cubicBezTo>
                  <a:pt x="917135" y="2022906"/>
                  <a:pt x="904078" y="2035963"/>
                  <a:pt x="904078"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
        <p:nvSpPr>
          <p:cNvPr id="57" name="Picture Placeholder 56">
            <a:extLst>
              <a:ext uri="{FF2B5EF4-FFF2-40B4-BE49-F238E27FC236}">
                <a16:creationId xmlns:a16="http://schemas.microsoft.com/office/drawing/2014/main" id="{29DDA1D4-E2BC-D14D-14FB-E9664C30E8CC}"/>
              </a:ext>
            </a:extLst>
          </p:cNvPr>
          <p:cNvSpPr>
            <a:spLocks noGrp="1"/>
          </p:cNvSpPr>
          <p:nvPr>
            <p:ph type="pic" sz="quarter" idx="20"/>
          </p:nvPr>
        </p:nvSpPr>
        <p:spPr>
          <a:xfrm>
            <a:off x="6166008" y="1457138"/>
            <a:ext cx="2651442" cy="2052069"/>
          </a:xfrm>
          <a:custGeom>
            <a:avLst/>
            <a:gdLst>
              <a:gd name="connsiteX0" fmla="*/ 182614 w 2651442"/>
              <a:gd name="connsiteY0" fmla="*/ 0 h 2052069"/>
              <a:gd name="connsiteX1" fmla="*/ 2468828 w 2651442"/>
              <a:gd name="connsiteY1" fmla="*/ 0 h 2052069"/>
              <a:gd name="connsiteX2" fmla="*/ 2651442 w 2651442"/>
              <a:gd name="connsiteY2" fmla="*/ 182614 h 2052069"/>
              <a:gd name="connsiteX3" fmla="*/ 2651442 w 2651442"/>
              <a:gd name="connsiteY3" fmla="*/ 1869455 h 2052069"/>
              <a:gd name="connsiteX4" fmla="*/ 2468828 w 2651442"/>
              <a:gd name="connsiteY4" fmla="*/ 2052069 h 2052069"/>
              <a:gd name="connsiteX5" fmla="*/ 1747364 w 2651442"/>
              <a:gd name="connsiteY5" fmla="*/ 2052069 h 2052069"/>
              <a:gd name="connsiteX6" fmla="*/ 1718201 w 2651442"/>
              <a:gd name="connsiteY6" fmla="*/ 2022906 h 2052069"/>
              <a:gd name="connsiteX7" fmla="*/ 933241 w 2651442"/>
              <a:gd name="connsiteY7" fmla="*/ 2022906 h 2052069"/>
              <a:gd name="connsiteX8" fmla="*/ 904078 w 2651442"/>
              <a:gd name="connsiteY8" fmla="*/ 2052069 h 2052069"/>
              <a:gd name="connsiteX9" fmla="*/ 182614 w 2651442"/>
              <a:gd name="connsiteY9" fmla="*/ 2052069 h 2052069"/>
              <a:gd name="connsiteX10" fmla="*/ 0 w 2651442"/>
              <a:gd name="connsiteY10" fmla="*/ 1869455 h 2052069"/>
              <a:gd name="connsiteX11" fmla="*/ 0 w 2651442"/>
              <a:gd name="connsiteY11" fmla="*/ 182614 h 2052069"/>
              <a:gd name="connsiteX12" fmla="*/ 182614 w 2651442"/>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1442" h="2052069">
                <a:moveTo>
                  <a:pt x="182614" y="0"/>
                </a:moveTo>
                <a:lnTo>
                  <a:pt x="2468828" y="0"/>
                </a:lnTo>
                <a:cubicBezTo>
                  <a:pt x="2569683" y="0"/>
                  <a:pt x="2651442" y="81759"/>
                  <a:pt x="2651442" y="182614"/>
                </a:cubicBezTo>
                <a:lnTo>
                  <a:pt x="2651442" y="1869455"/>
                </a:lnTo>
                <a:cubicBezTo>
                  <a:pt x="2651442" y="1970310"/>
                  <a:pt x="2569683" y="2052069"/>
                  <a:pt x="2468828" y="2052069"/>
                </a:cubicBezTo>
                <a:lnTo>
                  <a:pt x="1747364" y="2052069"/>
                </a:lnTo>
                <a:cubicBezTo>
                  <a:pt x="1747364" y="2035963"/>
                  <a:pt x="1734307" y="2022906"/>
                  <a:pt x="1718201" y="2022906"/>
                </a:cubicBezTo>
                <a:lnTo>
                  <a:pt x="933241" y="2022906"/>
                </a:lnTo>
                <a:cubicBezTo>
                  <a:pt x="917135" y="2022906"/>
                  <a:pt x="904078" y="2035963"/>
                  <a:pt x="904078"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
        <p:nvSpPr>
          <p:cNvPr id="58" name="Picture Placeholder 57">
            <a:extLst>
              <a:ext uri="{FF2B5EF4-FFF2-40B4-BE49-F238E27FC236}">
                <a16:creationId xmlns:a16="http://schemas.microsoft.com/office/drawing/2014/main" id="{3424BFD4-4318-C1DE-F0B1-570927E9E20E}"/>
              </a:ext>
            </a:extLst>
          </p:cNvPr>
          <p:cNvSpPr>
            <a:spLocks noGrp="1"/>
          </p:cNvSpPr>
          <p:nvPr>
            <p:ph type="pic" sz="quarter" idx="21"/>
          </p:nvPr>
        </p:nvSpPr>
        <p:spPr>
          <a:xfrm>
            <a:off x="3377406" y="1457138"/>
            <a:ext cx="2651442" cy="2052069"/>
          </a:xfrm>
          <a:custGeom>
            <a:avLst/>
            <a:gdLst>
              <a:gd name="connsiteX0" fmla="*/ 182614 w 2651442"/>
              <a:gd name="connsiteY0" fmla="*/ 0 h 2052069"/>
              <a:gd name="connsiteX1" fmla="*/ 2468828 w 2651442"/>
              <a:gd name="connsiteY1" fmla="*/ 0 h 2052069"/>
              <a:gd name="connsiteX2" fmla="*/ 2651442 w 2651442"/>
              <a:gd name="connsiteY2" fmla="*/ 182614 h 2052069"/>
              <a:gd name="connsiteX3" fmla="*/ 2651442 w 2651442"/>
              <a:gd name="connsiteY3" fmla="*/ 1869455 h 2052069"/>
              <a:gd name="connsiteX4" fmla="*/ 2468828 w 2651442"/>
              <a:gd name="connsiteY4" fmla="*/ 2052069 h 2052069"/>
              <a:gd name="connsiteX5" fmla="*/ 1747364 w 2651442"/>
              <a:gd name="connsiteY5" fmla="*/ 2052069 h 2052069"/>
              <a:gd name="connsiteX6" fmla="*/ 1718201 w 2651442"/>
              <a:gd name="connsiteY6" fmla="*/ 2022906 h 2052069"/>
              <a:gd name="connsiteX7" fmla="*/ 933241 w 2651442"/>
              <a:gd name="connsiteY7" fmla="*/ 2022906 h 2052069"/>
              <a:gd name="connsiteX8" fmla="*/ 904078 w 2651442"/>
              <a:gd name="connsiteY8" fmla="*/ 2052069 h 2052069"/>
              <a:gd name="connsiteX9" fmla="*/ 182614 w 2651442"/>
              <a:gd name="connsiteY9" fmla="*/ 2052069 h 2052069"/>
              <a:gd name="connsiteX10" fmla="*/ 0 w 2651442"/>
              <a:gd name="connsiteY10" fmla="*/ 1869455 h 2052069"/>
              <a:gd name="connsiteX11" fmla="*/ 0 w 2651442"/>
              <a:gd name="connsiteY11" fmla="*/ 182614 h 2052069"/>
              <a:gd name="connsiteX12" fmla="*/ 182614 w 2651442"/>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1442" h="2052069">
                <a:moveTo>
                  <a:pt x="182614" y="0"/>
                </a:moveTo>
                <a:lnTo>
                  <a:pt x="2468828" y="0"/>
                </a:lnTo>
                <a:cubicBezTo>
                  <a:pt x="2569683" y="0"/>
                  <a:pt x="2651442" y="81759"/>
                  <a:pt x="2651442" y="182614"/>
                </a:cubicBezTo>
                <a:lnTo>
                  <a:pt x="2651442" y="1869455"/>
                </a:lnTo>
                <a:cubicBezTo>
                  <a:pt x="2651442" y="1970310"/>
                  <a:pt x="2569683" y="2052069"/>
                  <a:pt x="2468828" y="2052069"/>
                </a:cubicBezTo>
                <a:lnTo>
                  <a:pt x="1747364" y="2052069"/>
                </a:lnTo>
                <a:cubicBezTo>
                  <a:pt x="1747364" y="2035963"/>
                  <a:pt x="1734307" y="2022906"/>
                  <a:pt x="1718201" y="2022906"/>
                </a:cubicBezTo>
                <a:lnTo>
                  <a:pt x="933241" y="2022906"/>
                </a:lnTo>
                <a:cubicBezTo>
                  <a:pt x="917135" y="2022906"/>
                  <a:pt x="904078" y="2035963"/>
                  <a:pt x="904078"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Tree>
    <p:extLst>
      <p:ext uri="{BB962C8B-B14F-4D97-AF65-F5344CB8AC3E}">
        <p14:creationId xmlns:p14="http://schemas.microsoft.com/office/powerpoint/2010/main" val="37532603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mage_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5D2AD6C-62DD-326E-4471-0D7041BF8A5F}"/>
              </a:ext>
            </a:extLst>
          </p:cNvPr>
          <p:cNvSpPr>
            <a:spLocks/>
          </p:cNvSpPr>
          <p:nvPr userDrawn="1"/>
        </p:nvSpPr>
        <p:spPr bwMode="auto">
          <a:xfrm>
            <a:off x="0" y="0"/>
            <a:ext cx="12191999" cy="2554514"/>
          </a:xfrm>
          <a:prstGeom prst="rect">
            <a:avLst/>
          </a:prstGeom>
          <a:gradFill flip="none" rotWithShape="1">
            <a:gsLst>
              <a:gs pos="0">
                <a:srgbClr val="8449A9"/>
              </a:gs>
              <a:gs pos="100000">
                <a:srgbClr val="0538BB"/>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chemeClr val="bg1"/>
              </a:solidFill>
              <a:cs typeface="Segoe UI" pitchFamily="34" charset="0"/>
            </a:endParaRPr>
          </a:p>
        </p:txBody>
      </p:sp>
      <p:pic>
        <p:nvPicPr>
          <p:cNvPr id="7" name="Picture 6" descr="A silver shield with text and stars&#10;&#10;AI-generated content may be incorrect.">
            <a:extLst>
              <a:ext uri="{FF2B5EF4-FFF2-40B4-BE49-F238E27FC236}">
                <a16:creationId xmlns:a16="http://schemas.microsoft.com/office/drawing/2014/main" id="{0D876B40-D15D-C715-A49D-E4102F02F601}"/>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6" name="Title 1">
            <a:extLst>
              <a:ext uri="{FF2B5EF4-FFF2-40B4-BE49-F238E27FC236}">
                <a16:creationId xmlns:a16="http://schemas.microsoft.com/office/drawing/2014/main" id="{AD4D7402-B83D-6A0C-30F5-B0C66EFAE971}"/>
              </a:ext>
            </a:extLst>
          </p:cNvPr>
          <p:cNvSpPr>
            <a:spLocks noGrp="1"/>
          </p:cNvSpPr>
          <p:nvPr>
            <p:ph type="title"/>
          </p:nvPr>
        </p:nvSpPr>
        <p:spPr>
          <a:xfrm>
            <a:off x="588962" y="457200"/>
            <a:ext cx="5013551" cy="1969770"/>
          </a:xfrm>
        </p:spPr>
        <p:txBody>
          <a:bodyPr anchor="ctr">
            <a:noAutofit/>
          </a:bodyPr>
          <a:lstStyle>
            <a:lvl1pPr>
              <a:defRPr sz="3200"/>
            </a:lvl1pPr>
          </a:lstStyle>
          <a:p>
            <a:r>
              <a:rPr lang="en-US"/>
              <a:t>Click to edit Master title style</a:t>
            </a:r>
          </a:p>
        </p:txBody>
      </p:sp>
      <p:sp>
        <p:nvSpPr>
          <p:cNvPr id="8" name="Picture Placeholder 7">
            <a:extLst>
              <a:ext uri="{FF2B5EF4-FFF2-40B4-BE49-F238E27FC236}">
                <a16:creationId xmlns:a16="http://schemas.microsoft.com/office/drawing/2014/main" id="{DBF25F7E-90DE-53E5-6AF2-028A9766FEC7}"/>
              </a:ext>
            </a:extLst>
          </p:cNvPr>
          <p:cNvSpPr>
            <a:spLocks noGrp="1"/>
          </p:cNvSpPr>
          <p:nvPr>
            <p:ph type="pic" sz="quarter" idx="18"/>
          </p:nvPr>
        </p:nvSpPr>
        <p:spPr>
          <a:xfrm>
            <a:off x="5951538" y="914399"/>
            <a:ext cx="5651499" cy="5448301"/>
          </a:xfrm>
          <a:prstGeom prst="roundRect">
            <a:avLst>
              <a:gd name="adj" fmla="val 4628"/>
            </a:avLst>
          </a:prstGeom>
          <a:solidFill>
            <a:schemeClr val="tx1"/>
          </a:solidFill>
        </p:spPr>
        <p:txBody>
          <a:bodyPr wrap="square">
            <a:noAutofit/>
          </a:bodyPr>
          <a:lstStyle/>
          <a:p>
            <a:endParaRPr lang="en-US"/>
          </a:p>
        </p:txBody>
      </p:sp>
      <p:sp>
        <p:nvSpPr>
          <p:cNvPr id="10" name="Text Placeholder 4">
            <a:extLst>
              <a:ext uri="{FF2B5EF4-FFF2-40B4-BE49-F238E27FC236}">
                <a16:creationId xmlns:a16="http://schemas.microsoft.com/office/drawing/2014/main" id="{0FD73285-18EC-21BC-10D1-EA49A3081FB2}"/>
              </a:ext>
            </a:extLst>
          </p:cNvPr>
          <p:cNvSpPr>
            <a:spLocks noGrp="1"/>
          </p:cNvSpPr>
          <p:nvPr>
            <p:ph type="body" sz="quarter" idx="10" hasCustomPrompt="1"/>
          </p:nvPr>
        </p:nvSpPr>
        <p:spPr>
          <a:xfrm>
            <a:off x="588962" y="2843711"/>
            <a:ext cx="5013552" cy="3077766"/>
          </a:xfrm>
        </p:spPr>
        <p:txBody>
          <a:bodyPr>
            <a:noAutofit/>
          </a:bodyPr>
          <a:lstStyle>
            <a:lvl1pPr marL="0" indent="0" algn="l">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lvl="0"/>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r>
              <a:rPr lang="en-US"/>
              <a:t>.</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p>
        </p:txBody>
      </p:sp>
    </p:spTree>
    <p:extLst>
      <p:ext uri="{BB962C8B-B14F-4D97-AF65-F5344CB8AC3E}">
        <p14:creationId xmlns:p14="http://schemas.microsoft.com/office/powerpoint/2010/main" val="25603212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ackground">
    <p:bg>
      <p:bgPr>
        <a:solidFill>
          <a:srgbClr val="8DC8E8"/>
        </a:solidFill>
        <a:effectLst/>
      </p:bgPr>
    </p:bg>
    <p:spTree>
      <p:nvGrpSpPr>
        <p:cNvPr id="1" name=""/>
        <p:cNvGrpSpPr/>
        <p:nvPr/>
      </p:nvGrpSpPr>
      <p:grpSpPr>
        <a:xfrm>
          <a:off x="0" y="0"/>
          <a:ext cx="0" cy="0"/>
          <a:chOff x="0" y="0"/>
          <a:chExt cx="0" cy="0"/>
        </a:xfrm>
      </p:grpSpPr>
      <p:pic>
        <p:nvPicPr>
          <p:cNvPr id="3" name="Picture 2" descr="A blue and purple gradient&#10;&#10;AI-generated content may be incorrect.">
            <a:extLst>
              <a:ext uri="{FF2B5EF4-FFF2-40B4-BE49-F238E27FC236}">
                <a16:creationId xmlns:a16="http://schemas.microsoft.com/office/drawing/2014/main" id="{9D34C299-A8B5-1F05-90DB-A9EC230E98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6659245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_Closing logo slide">
    <p:bg>
      <p:bgRef idx="1001">
        <a:schemeClr val="bg1"/>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Picture 4" descr="A logo on a black background&#10;&#10;AI-generated content may be incorrect.">
            <a:extLst>
              <a:ext uri="{FF2B5EF4-FFF2-40B4-BE49-F238E27FC236}">
                <a16:creationId xmlns:a16="http://schemas.microsoft.com/office/drawing/2014/main" id="{54C58BD3-CDE2-2472-5B17-4AA60F1F08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1353" y="290130"/>
            <a:ext cx="1972133" cy="883924"/>
          </a:xfrm>
          <a:prstGeom prst="rect">
            <a:avLst/>
          </a:prstGeom>
        </p:spPr>
      </p:pic>
    </p:spTree>
    <p:extLst>
      <p:ext uri="{BB962C8B-B14F-4D97-AF65-F5344CB8AC3E}">
        <p14:creationId xmlns:p14="http://schemas.microsoft.com/office/powerpoint/2010/main" val="377228527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Closing logo slide">
    <p:bg>
      <p:bgPr>
        <a:solidFill>
          <a:srgbClr val="8DC8E8"/>
        </a:solidFill>
        <a:effectLst/>
      </p:bgPr>
    </p:bg>
    <p:spTree>
      <p:nvGrpSpPr>
        <p:cNvPr id="1" name=""/>
        <p:cNvGrpSpPr/>
        <p:nvPr/>
      </p:nvGrpSpPr>
      <p:grpSpPr>
        <a:xfrm>
          <a:off x="0" y="0"/>
          <a:ext cx="0" cy="0"/>
          <a:chOff x="0" y="0"/>
          <a:chExt cx="0" cy="0"/>
        </a:xfrm>
      </p:grpSpPr>
      <p:pic>
        <p:nvPicPr>
          <p:cNvPr id="4" name="Picture 3" descr="A blue and purple gradient&#10;&#10;AI-generated content may be incorrect.">
            <a:extLst>
              <a:ext uri="{FF2B5EF4-FFF2-40B4-BE49-F238E27FC236}">
                <a16:creationId xmlns:a16="http://schemas.microsoft.com/office/drawing/2014/main" id="{62FC192E-09BB-FE87-78D1-A92D398174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7" name="Picture 6" descr="A logo on a black background&#10;&#10;AI-generated content may be incorrect.">
            <a:extLst>
              <a:ext uri="{FF2B5EF4-FFF2-40B4-BE49-F238E27FC236}">
                <a16:creationId xmlns:a16="http://schemas.microsoft.com/office/drawing/2014/main" id="{E7C4D62F-7870-ABCC-2805-88859CA8EE8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81353" y="290130"/>
            <a:ext cx="1972133" cy="883924"/>
          </a:xfrm>
          <a:prstGeom prst="rect">
            <a:avLst/>
          </a:prstGeom>
        </p:spPr>
      </p:pic>
    </p:spTree>
    <p:extLst>
      <p:ext uri="{BB962C8B-B14F-4D97-AF65-F5344CB8AC3E}">
        <p14:creationId xmlns:p14="http://schemas.microsoft.com/office/powerpoint/2010/main" val="1909341843"/>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2869620834"/>
      </p:ext>
    </p:extLst>
  </p:cSld>
  <p:clrMap bg1="dk1" tx1="lt1" bg2="dk2" tx2="lt2" accent1="accent1" accent2="accent2" accent3="accent3" accent4="accent4" accent5="accent5" accent6="accent6" hlink="hlink" folHlink="folHlink"/>
  <p:sldLayoutIdLst>
    <p:sldLayoutId id="2147486123" r:id="rId1"/>
    <p:sldLayoutId id="2147486035" r:id="rId2"/>
    <p:sldLayoutId id="2147486134" r:id="rId3"/>
    <p:sldLayoutId id="2147486135" r:id="rId4"/>
    <p:sldLayoutId id="2147486136" r:id="rId5"/>
    <p:sldLayoutId id="2147486137" r:id="rId6"/>
    <p:sldLayoutId id="2147486138" r:id="rId7"/>
    <p:sldLayoutId id="2147486139" r:id="rId8"/>
    <p:sldLayoutId id="2147486140" r:id="rId9"/>
    <p:sldLayoutId id="2147486141" r:id="rId10"/>
    <p:sldLayoutId id="2147486142" r:id="rId11"/>
    <p:sldLayoutId id="2147486132" r:id="rId12"/>
    <p:sldLayoutId id="2147486133" r:id="rId1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Aptos SemiBold" panose="020B0004020202020204" pitchFamily="34" charset="0"/>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Aptos" panose="020B0004020202020204" pitchFamily="34" charset="0"/>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Aptos" panose="020B0004020202020204" pitchFamily="34" charset="0"/>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Aptos" panose="020B0004020202020204" pitchFamily="34" charset="0"/>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Aptos" panose="020B0004020202020204" pitchFamily="34" charset="0"/>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Aptos" panose="020B0004020202020204" pitchFamily="34" charset="0"/>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FraudIntelligence — AI-Driven Fraud Intelligence Platform</a:t>
            </a:r>
            <a:br/>
            <a:r>
              <a:t>Nordic Payments Provider · AMA Capstone — Case Study 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Text Placeholder 2"/>
          <p:cNvSpPr>
            <a:spLocks noGrp="1"/>
          </p:cNvSpPr>
          <p:nvPr>
            <p:ph type="body" idx="10" sz="quarter"/>
          </p:nvPr>
        </p:nvSpPr>
        <p:spPr/>
        <p:txBody>
          <a:bodyPr/>
          <a:lstStyle/>
          <a:p>
            <a:r>
              <a:t>Customer context &amp; the business case</a:t>
            </a:r>
          </a:p>
        </p:txBody>
      </p:sp>
      <p:sp>
        <p:nvSpPr>
          <p:cNvPr id="4" name="Text Placeholder 3"/>
          <p:cNvSpPr>
            <a:spLocks noGrp="1"/>
          </p:cNvSpPr>
          <p:nvPr>
            <p:ph type="body" idx="11" sz="quarter"/>
          </p:nvPr>
        </p:nvSpPr>
        <p:spPr/>
        <p:txBody>
          <a:bodyPr/>
          <a:lstStyle/>
          <a:p>
            <a:r>
              <a:t>Target outcomes</a:t>
            </a:r>
          </a:p>
        </p:txBody>
      </p:sp>
      <p:sp>
        <p:nvSpPr>
          <p:cNvPr id="5" name="Text Placeholder 4"/>
          <p:cNvSpPr>
            <a:spLocks noGrp="1"/>
          </p:cNvSpPr>
          <p:nvPr>
            <p:ph type="body" idx="12" sz="quarter"/>
          </p:nvPr>
        </p:nvSpPr>
        <p:spPr/>
        <p:txBody>
          <a:bodyPr/>
          <a:lstStyle/>
          <a:p>
            <a:r>
              <a:t>Reference architecture</a:t>
            </a:r>
          </a:p>
        </p:txBody>
      </p:sp>
      <p:sp>
        <p:nvSpPr>
          <p:cNvPr id="6" name="Text Placeholder 5"/>
          <p:cNvSpPr>
            <a:spLocks noGrp="1"/>
          </p:cNvSpPr>
          <p:nvPr>
            <p:ph type="body" idx="13" sz="quarter"/>
          </p:nvPr>
        </p:nvSpPr>
        <p:spPr/>
        <p:txBody>
          <a:bodyPr/>
          <a:lstStyle/>
          <a:p>
            <a:r>
              <a:t>Real-time scoring (&lt;18 ms)</a:t>
            </a:r>
          </a:p>
        </p:txBody>
      </p:sp>
      <p:sp>
        <p:nvSpPr>
          <p:cNvPr id="7" name="Text Placeholder 6"/>
          <p:cNvSpPr>
            <a:spLocks noGrp="1"/>
          </p:cNvSpPr>
          <p:nvPr>
            <p:ph type="body" idx="14" sz="quarter"/>
          </p:nvPr>
        </p:nvSpPr>
        <p:spPr/>
        <p:txBody>
          <a:bodyPr/>
          <a:lstStyle/>
          <a:p>
            <a:r>
              <a:t>AI / ML &amp; agentic orchestration</a:t>
            </a:r>
          </a:p>
        </p:txBody>
      </p:sp>
      <p:sp>
        <p:nvSpPr>
          <p:cNvPr id="8" name="Text Placeholder 7"/>
          <p:cNvSpPr>
            <a:spLocks noGrp="1"/>
          </p:cNvSpPr>
          <p:nvPr>
            <p:ph type="body" idx="15" sz="quarter"/>
          </p:nvPr>
        </p:nvSpPr>
        <p:spPr/>
        <p:txBody>
          <a:bodyPr/>
          <a:lstStyle/>
          <a:p>
            <a:r>
              <a:t>Compliance, sovereignty &amp; security</a:t>
            </a:r>
          </a:p>
        </p:txBody>
      </p:sp>
      <p:sp>
        <p:nvSpPr>
          <p:cNvPr id="9" name="Text Placeholder 8"/>
          <p:cNvSpPr>
            <a:spLocks noGrp="1"/>
          </p:cNvSpPr>
          <p:nvPr>
            <p:ph type="body" idx="16" sz="quarter"/>
          </p:nvPr>
        </p:nvSpPr>
        <p:spPr/>
        <p:txBody>
          <a:bodyPr/>
          <a:lstStyle/>
          <a:p>
            <a:r>
              <a:t>Live demo</a:t>
            </a:r>
          </a:p>
        </p:txBody>
      </p:sp>
      <p:sp>
        <p:nvSpPr>
          <p:cNvPr id="10" name="Text Placeholder 9"/>
          <p:cNvSpPr>
            <a:spLocks noGrp="1"/>
          </p:cNvSpPr>
          <p:nvPr>
            <p:ph type="body" idx="17" sz="quarter"/>
          </p:nvPr>
        </p:nvSpPr>
        <p:spPr/>
        <p:txBody>
          <a:bodyPr/>
          <a:lstStyle/>
          <a:p>
            <a:r>
              <a:t>Roadmap, value, Q&amp;A</a:t>
            </a:r>
          </a:p>
        </p:txBody>
      </p:sp>
      <p:sp>
        <p:nvSpPr>
          <p:cNvPr id="11" name="Text Placeholder 10"/>
          <p:cNvSpPr>
            <a:spLocks noGrp="1"/>
          </p:cNvSpPr>
          <p:nvPr>
            <p:ph type="body" idx="20" sz="quarter"/>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customer &amp; the problem</a:t>
            </a:r>
          </a:p>
        </p:txBody>
      </p:sp>
      <p:sp>
        <p:nvSpPr>
          <p:cNvPr id="3" name="Text Placeholder 2"/>
          <p:cNvSpPr>
            <a:spLocks noGrp="1"/>
          </p:cNvSpPr>
          <p:nvPr>
            <p:ph type="body" idx="10" sz="quarter"/>
          </p:nvPr>
        </p:nvSpPr>
        <p:spPr/>
        <p:txBody>
          <a:bodyPr/>
          <a:lstStyle/>
          <a:p>
            <a:r>
              <a:t>Stockholm-based payments infrastructure provider. 4.2 B transactions per year across Sweden, Norway, Denmark, Finland, Estonia. Operates payment rails for hundreds of issuers, acquirers and merchants in the Nordic-Baltic corridor.</a:t>
            </a:r>
          </a:p>
        </p:txBody>
      </p:sp>
      <p:sp>
        <p:nvSpPr>
          <p:cNvPr id="4" name="Text Placeholder 3"/>
          <p:cNvSpPr>
            <a:spLocks noGrp="1"/>
          </p:cNvSpPr>
          <p:nvPr>
            <p:ph type="body" idx="11" sz="quarter"/>
          </p:nvPr>
        </p:nvSpPr>
        <p:spPr/>
        <p:txBody>
          <a:bodyPr/>
          <a:lstStyle/>
          <a:p>
            <a:r>
              <a:t>Fraud losses are growing 34 % year-on-year and outpace detection capability. False declines run at 2.8 %, eroding merchant trust and driving cardholder churn. Real-time decisioning must complete inside 120 ms but the legacy stack cannot meet it.</a:t>
            </a:r>
          </a:p>
        </p:txBody>
      </p:sp>
      <p:sp>
        <p:nvSpPr>
          <p:cNvPr id="5" name="Text Placeholder 4"/>
          <p:cNvSpPr>
            <a:spLocks noGrp="1"/>
          </p:cNvSpPr>
          <p:nvPr>
            <p:ph type="body" idx="26" sz="quarter"/>
          </p:nvPr>
        </p:nvSpPr>
        <p:spPr/>
        <p:txBody>
          <a:bodyPr/>
          <a:lstStyle/>
          <a:p>
            <a:r>
              <a:t>WHO</a:t>
            </a:r>
          </a:p>
        </p:txBody>
      </p:sp>
      <p:sp>
        <p:nvSpPr>
          <p:cNvPr id="6" name="Text Placeholder 5"/>
          <p:cNvSpPr>
            <a:spLocks noGrp="1"/>
          </p:cNvSpPr>
          <p:nvPr>
            <p:ph type="body" idx="27" sz="quarter"/>
          </p:nvPr>
        </p:nvSpPr>
        <p:spPr/>
        <p:txBody>
          <a:bodyPr/>
          <a:lstStyle/>
          <a:p>
            <a:r>
              <a:t>WHAT</a:t>
            </a:r>
          </a:p>
        </p:txBody>
      </p:sp>
      <p:sp>
        <p:nvSpPr>
          <p:cNvPr id="7" name="Text Placeholder 6"/>
          <p:cNvSpPr>
            <a:spLocks noGrp="1"/>
          </p:cNvSpPr>
          <p:nvPr>
            <p:ph type="body" idx="28" sz="quarter"/>
          </p:nvPr>
        </p:nvSpPr>
        <p:spPr/>
        <p:txBody>
          <a:bodyPr/>
          <a:lstStyle/>
          <a:p>
            <a:r>
              <a:t>WHY NOW</a:t>
            </a:r>
          </a:p>
        </p:txBody>
      </p:sp>
      <p:sp>
        <p:nvSpPr>
          <p:cNvPr id="8" name="Text Placeholder 7"/>
          <p:cNvSpPr>
            <a:spLocks noGrp="1"/>
          </p:cNvSpPr>
          <p:nvPr>
            <p:ph type="body" idx="29" sz="quarter"/>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business case</a:t>
            </a:r>
          </a:p>
        </p:txBody>
      </p:sp>
      <p:sp>
        <p:nvSpPr>
          <p:cNvPr id="3" name="Text Placeholder 2"/>
          <p:cNvSpPr>
            <a:spLocks noGrp="1"/>
          </p:cNvSpPr>
          <p:nvPr>
            <p:ph type="body" idx="10" sz="quarter"/>
          </p:nvPr>
        </p:nvSpPr>
        <p:spPr/>
        <p:txBody>
          <a:bodyPr/>
          <a:lstStyle/>
          <a:p>
            <a:r>
              <a:t>Fraud losses today: ~€48 M / year. A 41 % reduction returns ~€19.7 M annually with a payback period of under 7 months on the platform investment.</a:t>
            </a:r>
          </a:p>
        </p:txBody>
      </p:sp>
      <p:sp>
        <p:nvSpPr>
          <p:cNvPr id="4" name="Text Placeholder 3"/>
          <p:cNvSpPr>
            <a:spLocks noGrp="1"/>
          </p:cNvSpPr>
          <p:nvPr>
            <p:ph type="body" idx="11" sz="quarter"/>
          </p:nvPr>
        </p:nvSpPr>
        <p:spPr/>
        <p:txBody>
          <a:bodyPr/>
          <a:lstStyle/>
          <a:p>
            <a:r>
              <a:t>False decline cost: ~€31 M / year in lost revenue and CLV erosion. Cutting 2.8 % → 1.1 % returns ~€19 M and protects merchant retention.</a:t>
            </a:r>
          </a:p>
        </p:txBody>
      </p:sp>
      <p:sp>
        <p:nvSpPr>
          <p:cNvPr id="5" name="Text Placeholder 4"/>
          <p:cNvSpPr>
            <a:spLocks noGrp="1"/>
          </p:cNvSpPr>
          <p:nvPr>
            <p:ph type="body" idx="26" sz="quarter"/>
          </p:nvPr>
        </p:nvSpPr>
        <p:spPr/>
        <p:txBody>
          <a:bodyPr/>
          <a:lstStyle/>
          <a:p>
            <a:r>
              <a:t>FRAUD</a:t>
            </a:r>
          </a:p>
        </p:txBody>
      </p:sp>
      <p:sp>
        <p:nvSpPr>
          <p:cNvPr id="6" name="Text Placeholder 5"/>
          <p:cNvSpPr>
            <a:spLocks noGrp="1"/>
          </p:cNvSpPr>
          <p:nvPr>
            <p:ph type="body" idx="27" sz="quarter"/>
          </p:nvPr>
        </p:nvSpPr>
        <p:spPr/>
        <p:txBody>
          <a:bodyPr/>
          <a:lstStyle/>
          <a:p>
            <a:r>
              <a:t>FRICTION</a:t>
            </a:r>
          </a:p>
        </p:txBody>
      </p:sp>
      <p:sp>
        <p:nvSpPr>
          <p:cNvPr id="7" name="Text Placeholder 6"/>
          <p:cNvSpPr>
            <a:spLocks noGrp="1"/>
          </p:cNvSpPr>
          <p:nvPr>
            <p:ph type="body" idx="28" sz="quarter"/>
          </p:nvPr>
        </p:nvSpPr>
        <p:spPr/>
        <p:txBody>
          <a:bodyPr/>
          <a:lstStyle/>
          <a:p>
            <a:r>
              <a:t>REGULATION</a:t>
            </a:r>
          </a:p>
        </p:txBody>
      </p:sp>
      <p:sp>
        <p:nvSpPr>
          <p:cNvPr id="8" name="Text Placeholder 7"/>
          <p:cNvSpPr>
            <a:spLocks noGrp="1"/>
          </p:cNvSpPr>
          <p:nvPr>
            <p:ph type="body" idx="29" sz="quarter"/>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Target outcomes</a:t>
            </a:r>
          </a:p>
        </p:txBody>
      </p:sp>
      <p:sp>
        <p:nvSpPr>
          <p:cNvPr id="3" name="Text Placeholder 2"/>
          <p:cNvSpPr>
            <a:spLocks noGrp="1"/>
          </p:cNvSpPr>
          <p:nvPr>
            <p:ph type="body" idx="10" sz="quarter"/>
          </p:nvPr>
        </p:nvSpPr>
        <p:spPr/>
        <p:txBody>
          <a:bodyPr/>
          <a:lstStyle/>
          <a:p>
            <a:r>
              <a:t>Fraud loss reduced by 41 %.</a:t>
            </a:r>
            <a:br/>
            <a:r>
              <a:t>Decline rate reduced from 2.8 % to 1.1 %.</a:t>
            </a:r>
            <a:br/>
            <a:r>
              <a:t>Real-time scoring p99 &lt; 18 ms (target), measured 14 ms in load test at 5 k TPS sustained, 20 k TPS peak.</a:t>
            </a:r>
          </a:p>
        </p:txBody>
      </p:sp>
      <p:sp>
        <p:nvSpPr>
          <p:cNvPr id="4" name="Text Placeholder 3"/>
          <p:cNvSpPr>
            <a:spLocks noGrp="1"/>
          </p:cNvSpPr>
          <p:nvPr>
            <p:ph type="body" idx="11" sz="quarter"/>
          </p:nvPr>
        </p:nvSpPr>
        <p:spPr/>
        <p:txBody>
          <a:bodyPr/>
          <a:lstStyle/>
          <a:p>
            <a:r>
              <a:t>PSD2 SCA exemption coverage lifted from 22 % to 73 % of eligible transactions while remaining inside the EBA fraud-rate corridor.</a:t>
            </a:r>
            <a:br/>
            <a:r>
              <a:t>EBA fraud reporting fully automated — quarterly cycle from 320 hours to zero.</a:t>
            </a:r>
          </a:p>
        </p:txBody>
      </p:sp>
      <p:sp>
        <p:nvSpPr>
          <p:cNvPr id="5" name="Text Placeholder 4"/>
          <p:cNvSpPr>
            <a:spLocks noGrp="1"/>
          </p:cNvSpPr>
          <p:nvPr>
            <p:ph type="body" idx="26" sz="quarter"/>
          </p:nvPr>
        </p:nvSpPr>
        <p:spPr/>
        <p:txBody>
          <a:bodyPr/>
          <a:lstStyle/>
          <a:p>
            <a:r>
              <a:t>PERFORMANCE</a:t>
            </a:r>
          </a:p>
        </p:txBody>
      </p:sp>
      <p:sp>
        <p:nvSpPr>
          <p:cNvPr id="6" name="Text Placeholder 5"/>
          <p:cNvSpPr>
            <a:spLocks noGrp="1"/>
          </p:cNvSpPr>
          <p:nvPr>
            <p:ph type="body" idx="27" sz="quarter"/>
          </p:nvPr>
        </p:nvSpPr>
        <p:spPr/>
        <p:txBody>
          <a:bodyPr/>
          <a:lstStyle/>
          <a:p>
            <a:r>
              <a:t>COMPLIANCE</a:t>
            </a:r>
          </a:p>
        </p:txBody>
      </p:sp>
      <p:sp>
        <p:nvSpPr>
          <p:cNvPr id="7" name="Text Placeholder 6"/>
          <p:cNvSpPr>
            <a:spLocks noGrp="1"/>
          </p:cNvSpPr>
          <p:nvPr>
            <p:ph type="body" idx="28" sz="quarter"/>
          </p:nvPr>
        </p:nvSpPr>
        <p:spPr/>
        <p:txBody>
          <a:bodyPr/>
          <a:lstStyle/>
          <a:p>
            <a:r>
              <a:t>RESPONSIBLE AI</a:t>
            </a:r>
          </a:p>
        </p:txBody>
      </p:sp>
      <p:sp>
        <p:nvSpPr>
          <p:cNvPr id="8" name="Text Placeholder 7"/>
          <p:cNvSpPr>
            <a:spLocks noGrp="1"/>
          </p:cNvSpPr>
          <p:nvPr>
            <p:ph type="body" idx="29" sz="quarter"/>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Solution at a glance</a:t>
            </a:r>
          </a:p>
        </p:txBody>
      </p:sp>
      <p:sp>
        <p:nvSpPr>
          <p:cNvPr id="3" name="Text Placeholder 2"/>
          <p:cNvSpPr>
            <a:spLocks noGrp="1"/>
          </p:cNvSpPr>
          <p:nvPr>
            <p:ph type="body" idx="10" sz="quarter"/>
          </p:nvPr>
        </p:nvSpPr>
        <p:spPr/>
        <p:txBody>
          <a:bodyPr/>
          <a:lstStyle/>
          <a:p>
            <a:r>
              <a:t>A real-time, multi-region, sovereign AI platform on Azure.</a:t>
            </a:r>
            <a:br/>
            <a:br/>
            <a:r>
              <a:t>• Hot path: Front Door → Container Apps (FastAPI + ONNX) → Cosmos DB · target p99 &lt; 18 ms</a:t>
            </a:r>
            <a:br/>
            <a:r>
              <a:t>• Cold path: Event Hubs → Stream Analytics → Cosmos Gremlin → Microsoft Fabric medallion → Power BI</a:t>
            </a:r>
            <a:br/>
            <a:r>
              <a:t>• AI: stacked ensemble + Graph Neural Network + Azure OpenAI for narrative / case reasoning</a:t>
            </a:r>
            <a:br/>
            <a:r>
              <a:t>• Agentic layer: Microsoft Semantic Kernel orchestrating six specialised agents with reflection</a:t>
            </a:r>
            <a:br/>
            <a:r>
              <a:t>• Governance: Microsoft Purview, Defender for Cloud, Azure Policy, customer-managed keys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 architecture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Hot path — real-time scoring under 18 ms</a:t>
            </a:r>
          </a:p>
        </p:txBody>
      </p:sp>
      <p:sp>
        <p:nvSpPr>
          <p:cNvPr id="3" name="Text Placeholder 2"/>
          <p:cNvSpPr>
            <a:spLocks noGrp="1"/>
          </p:cNvSpPr>
          <p:nvPr>
            <p:ph type="body" idx="10" sz="quarter"/>
          </p:nvPr>
        </p:nvSpPr>
        <p:spPr/>
        <p:txBody>
          <a:bodyPr/>
          <a:lstStyle/>
          <a:p>
            <a:r>
              <a:t>FastAPI · Python 3.11 · ONNX Runtime in-process · Azure Container Apps Dedicated D8 workload profile.</a:t>
            </a:r>
            <a:br/>
            <a:br/>
            <a:r>
              <a:t>• Cosmos DB point reads (&lt;2 ms p99) feed card &amp; merchant features</a:t>
            </a:r>
            <a:br/>
            <a:r>
              <a:t>• Async LRU hot cache for top 1 M cards (60 s TTL)</a:t>
            </a:r>
            <a:br/>
            <a:r>
              <a:t>• Stacked ensemble (XGBoost + LightGBM + Logistic) calibrated with isotonic regression</a:t>
            </a:r>
            <a:br/>
            <a:r>
              <a:t>• PSD2 exemption optimiser selects the best applicable exemption per transaction</a:t>
            </a:r>
            <a:br/>
            <a:r>
              <a:t>• Decision and explanation emitted to Event Hubs (decision.events) for downstream learning</a:t>
            </a:r>
            <a:br/>
            <a:r>
              <a:t>• OTEL spans per stage; load-tested at 5 k TPS sustained with p99 = 14 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Cold path — graph &amp; analytics</a:t>
            </a:r>
          </a:p>
        </p:txBody>
      </p:sp>
      <p:sp>
        <p:nvSpPr>
          <p:cNvPr id="3" name="Text Placeholder 2"/>
          <p:cNvSpPr>
            <a:spLocks noGrp="1"/>
          </p:cNvSpPr>
          <p:nvPr>
            <p:ph type="body" idx="10" sz="quarter"/>
          </p:nvPr>
        </p:nvSpPr>
        <p:spPr/>
        <p:txBody>
          <a:bodyPr/>
          <a:lstStyle/>
          <a:p>
            <a:r>
              <a:t>Event Hubs (geo-DR) is the single source of truth for transaction telemetry.</a:t>
            </a:r>
            <a:br/>
            <a:br/>
            <a:r>
              <a:t>• Stream Analytics computes 1 m / 5 m / 1 h / 24 h rolling aggregates and writes to Cosmos features</a:t>
            </a:r>
            <a:br/>
            <a:r>
              <a:t>• Cosmos Gremlin holds the heterogeneous card / merchant / device graph used by the GNN</a:t>
            </a:r>
            <a:br/>
            <a:r>
              <a:t>• Microsoft Fabric (OneLake) lakehouse — Bronze ingest from EH Capture, Silver clean &amp; tokenise, Gold marts</a:t>
            </a:r>
            <a:br/>
            <a:r>
              <a:t>• EBA quarterly fraud report generated automatically by a containerised job feeding Power BI Premium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 ML strategy</a:t>
            </a:r>
          </a:p>
        </p:txBody>
      </p:sp>
      <p:sp>
        <p:nvSpPr>
          <p:cNvPr id="3" name="Text Placeholder 2"/>
          <p:cNvSpPr>
            <a:spLocks noGrp="1"/>
          </p:cNvSpPr>
          <p:nvPr>
            <p:ph type="body" idx="10" sz="quarter"/>
          </p:nvPr>
        </p:nvSpPr>
        <p:spPr/>
        <p:txBody>
          <a:bodyPr/>
          <a:lstStyle/>
          <a:p>
            <a:r>
              <a:t>Stacked ensemble: XGBoost + LightGBM + Logistic Regression with a meta-learner. Calibrated, exported to ONNX for sub-5 ms in-process scoring. Re-trained nightly via Azure ML pipelines.</a:t>
            </a:r>
          </a:p>
        </p:txBody>
      </p:sp>
      <p:sp>
        <p:nvSpPr>
          <p:cNvPr id="4" name="Text Placeholder 3"/>
          <p:cNvSpPr>
            <a:spLocks noGrp="1"/>
          </p:cNvSpPr>
          <p:nvPr>
            <p:ph type="body" idx="11" sz="quarter"/>
          </p:nvPr>
        </p:nvSpPr>
        <p:spPr/>
        <p:txBody>
          <a:bodyPr/>
          <a:lstStyle/>
          <a:p>
            <a:r>
              <a:t>Graph Neural Network: PyTorch Geometric, GraphSAGE on a heterogeneous card / merchant / device / IP graph. Outputs node embeddings + ring-membership probability. Surfaces synthetic identity &amp; merchant-collusion patterns.</a:t>
            </a:r>
          </a:p>
        </p:txBody>
      </p:sp>
      <p:sp>
        <p:nvSpPr>
          <p:cNvPr id="5" name="Text Placeholder 4"/>
          <p:cNvSpPr>
            <a:spLocks noGrp="1"/>
          </p:cNvSpPr>
          <p:nvPr>
            <p:ph type="body" idx="26" sz="quarter"/>
          </p:nvPr>
        </p:nvSpPr>
        <p:spPr/>
        <p:txBody>
          <a:bodyPr/>
          <a:lstStyle/>
          <a:p>
            <a:r>
              <a:t>ENSEMBLE</a:t>
            </a:r>
          </a:p>
        </p:txBody>
      </p:sp>
      <p:sp>
        <p:nvSpPr>
          <p:cNvPr id="6" name="Text Placeholder 5"/>
          <p:cNvSpPr>
            <a:spLocks noGrp="1"/>
          </p:cNvSpPr>
          <p:nvPr>
            <p:ph type="body" idx="27" sz="quarter"/>
          </p:nvPr>
        </p:nvSpPr>
        <p:spPr/>
        <p:txBody>
          <a:bodyPr/>
          <a:lstStyle/>
          <a:p>
            <a:r>
              <a:t>GRAPH</a:t>
            </a:r>
          </a:p>
        </p:txBody>
      </p:sp>
      <p:sp>
        <p:nvSpPr>
          <p:cNvPr id="7" name="Text Placeholder 6"/>
          <p:cNvSpPr>
            <a:spLocks noGrp="1"/>
          </p:cNvSpPr>
          <p:nvPr>
            <p:ph type="body" idx="28" sz="quarter"/>
          </p:nvPr>
        </p:nvSpPr>
        <p:spPr/>
        <p:txBody>
          <a:bodyPr/>
          <a:lstStyle/>
          <a:p>
            <a:r>
              <a:t>GENERATIVE</a:t>
            </a:r>
          </a:p>
        </p:txBody>
      </p:sp>
      <p:sp>
        <p:nvSpPr>
          <p:cNvPr id="8" name="Text Placeholder 7"/>
          <p:cNvSpPr>
            <a:spLocks noGrp="1"/>
          </p:cNvSpPr>
          <p:nvPr>
            <p:ph type="body" idx="29" sz="quarter"/>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Agentic AI — multi-agent case workflow</a:t>
            </a:r>
          </a:p>
        </p:txBody>
      </p:sp>
      <p:sp>
        <p:nvSpPr>
          <p:cNvPr id="3" name="Text Placeholder 2"/>
          <p:cNvSpPr>
            <a:spLocks noGrp="1"/>
          </p:cNvSpPr>
          <p:nvPr>
            <p:ph type="body" idx="10" sz="quarter"/>
          </p:nvPr>
        </p:nvSpPr>
        <p:spPr/>
        <p:txBody>
          <a:bodyPr/>
          <a:lstStyle/>
          <a:p>
            <a:r>
              <a:t>Built on Microsoft Semantic Kernel with a state-graph planner and a reflector loop.</a:t>
            </a:r>
            <a:br/>
            <a:br/>
            <a:r>
              <a:t>• TriageAgent classifies the alert and routes</a:t>
            </a:r>
            <a:br/>
            <a:r>
              <a:t>• GraphAnalystAgent traverses Cosmos Gremlin two-hop neighbourhoods</a:t>
            </a:r>
            <a:br/>
            <a:r>
              <a:t>• PolicyAgent maps findings to PSD2 / EBA rules via tool calling</a:t>
            </a:r>
            <a:br/>
            <a:r>
              <a:t>• CaseManagerAgent persists timeline &amp; decisions in Cosmos</a:t>
            </a:r>
            <a:br/>
            <a:r>
              <a:t>• NarrativeAgent drafts the SAR / EBA narrative</a:t>
            </a:r>
            <a:br/>
            <a:r>
              <a:t>• ReflectorAgent reviews each step and can re-route — true autonomy with bounded reflection budget</a:t>
            </a:r>
            <a:br/>
            <a:br/>
            <a:r>
              <a:t>Demonstrates planning, handoffs, tool use, reflection, and human-in-the-loop checkpoints.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Compliance by design</a:t>
            </a:r>
          </a:p>
        </p:txBody>
      </p:sp>
      <p:sp>
        <p:nvSpPr>
          <p:cNvPr id="3" name="Text Placeholder 2"/>
          <p:cNvSpPr>
            <a:spLocks noGrp="1"/>
          </p:cNvSpPr>
          <p:nvPr>
            <p:ph type="body" idx="10" sz="quarter"/>
          </p:nvPr>
        </p:nvSpPr>
        <p:spPr/>
        <p:txBody>
          <a:bodyPr/>
          <a:lstStyle/>
          <a:p>
            <a:r>
              <a:t>GDPR — Article 22 automated decision controls, Article 25 privacy by design, Article 32 security, Article 35 DPIA completed, Article 44 transfer minimisation.</a:t>
            </a:r>
          </a:p>
        </p:txBody>
      </p:sp>
      <p:sp>
        <p:nvSpPr>
          <p:cNvPr id="4" name="Text Placeholder 3"/>
          <p:cNvSpPr>
            <a:spLocks noGrp="1"/>
          </p:cNvSpPr>
          <p:nvPr>
            <p:ph type="body" idx="11" sz="quarter"/>
          </p:nvPr>
        </p:nvSpPr>
        <p:spPr/>
        <p:txBody>
          <a:bodyPr/>
          <a:lstStyle/>
          <a:p>
            <a:r>
              <a:t>EU AI Act — high-risk system. Risk management (Art 9), data governance (Art 10), technical documentation (Art 11), logging (Art 12), transparency (Art 13), human oversight (Art 14), accuracy &amp; cybersecurity (Art 15).</a:t>
            </a:r>
          </a:p>
        </p:txBody>
      </p:sp>
      <p:sp>
        <p:nvSpPr>
          <p:cNvPr id="5" name="Text Placeholder 4"/>
          <p:cNvSpPr>
            <a:spLocks noGrp="1"/>
          </p:cNvSpPr>
          <p:nvPr>
            <p:ph type="body" idx="26" sz="quarter"/>
          </p:nvPr>
        </p:nvSpPr>
        <p:spPr/>
        <p:txBody>
          <a:bodyPr/>
          <a:lstStyle/>
          <a:p>
            <a:r>
              <a:t>DATA</a:t>
            </a:r>
          </a:p>
        </p:txBody>
      </p:sp>
      <p:sp>
        <p:nvSpPr>
          <p:cNvPr id="6" name="Text Placeholder 5"/>
          <p:cNvSpPr>
            <a:spLocks noGrp="1"/>
          </p:cNvSpPr>
          <p:nvPr>
            <p:ph type="body" idx="27" sz="quarter"/>
          </p:nvPr>
        </p:nvSpPr>
        <p:spPr/>
        <p:txBody>
          <a:bodyPr/>
          <a:lstStyle/>
          <a:p>
            <a:r>
              <a:t>AI ACT</a:t>
            </a:r>
          </a:p>
        </p:txBody>
      </p:sp>
      <p:sp>
        <p:nvSpPr>
          <p:cNvPr id="7" name="Text Placeholder 6"/>
          <p:cNvSpPr>
            <a:spLocks noGrp="1"/>
          </p:cNvSpPr>
          <p:nvPr>
            <p:ph type="body" idx="28" sz="quarter"/>
          </p:nvPr>
        </p:nvSpPr>
        <p:spPr/>
        <p:txBody>
          <a:bodyPr/>
          <a:lstStyle/>
          <a:p>
            <a:r>
              <a:t>PAYMENTS</a:t>
            </a:r>
          </a:p>
        </p:txBody>
      </p:sp>
      <p:sp>
        <p:nvSpPr>
          <p:cNvPr id="8" name="Text Placeholder 7"/>
          <p:cNvSpPr>
            <a:spLocks noGrp="1"/>
          </p:cNvSpPr>
          <p:nvPr>
            <p:ph type="body" idx="29" sz="quarter"/>
          </p:nvPr>
        </p:nvSpPr>
        <p:spPr/>
        <p:txBody>
          <a:bodyP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Sovereignty for SE / NO / DK / FI / EE</a:t>
            </a:r>
          </a:p>
        </p:txBody>
      </p:sp>
      <p:sp>
        <p:nvSpPr>
          <p:cNvPr id="3" name="Text Placeholder 2"/>
          <p:cNvSpPr>
            <a:spLocks noGrp="1"/>
          </p:cNvSpPr>
          <p:nvPr>
            <p:ph type="body" idx="10" sz="quarter"/>
          </p:nvPr>
        </p:nvSpPr>
        <p:spPr/>
        <p:txBody>
          <a:bodyPr/>
          <a:lstStyle/>
          <a:p>
            <a:r>
              <a:t>• Primary region Sweden Central; DR North Europe — both EU jurisdictions</a:t>
            </a:r>
            <a:br/>
            <a:r>
              <a:t>• Azure Policy enforces allowed locations and denies any non-EU placement</a:t>
            </a:r>
            <a:br/>
            <a:r>
              <a:t>• Customer-managed keys in Key Vault (HSM-backed); BYOK rotation every 90 days</a:t>
            </a:r>
            <a:br/>
            <a:r>
              <a:t>• Microsoft Purview classifies and labels PII; tokenisation in Silver layer of the lakehouse</a:t>
            </a:r>
            <a:br/>
            <a:r>
              <a:t>• Confidential VMs available for AML compute on demand</a:t>
            </a:r>
            <a:br/>
            <a:r>
              <a:t>• Audit log immutability via Storage immutable blob policies; logs to a sovereign Log Analytics workspace</a:t>
            </a:r>
            <a:br/>
            <a:r>
              <a:t>• Country-specific reporting filters in Power BI honour local supervisor requirements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&amp; DevSecOps</a:t>
            </a:r>
          </a:p>
        </p:txBody>
      </p:sp>
      <p:sp>
        <p:nvSpPr>
          <p:cNvPr id="3" name="Text Placeholder 2"/>
          <p:cNvSpPr>
            <a:spLocks noGrp="1"/>
          </p:cNvSpPr>
          <p:nvPr>
            <p:ph type="body" idx="10" sz="quarter"/>
          </p:nvPr>
        </p:nvSpPr>
        <p:spPr/>
        <p:txBody>
          <a:bodyPr/>
          <a:lstStyle/>
          <a:p>
            <a:r>
              <a:t>• Defender for Cloud (Servers P2, Containers, KeyVault, Storage, CosmosDB, AppServices, OpenAI)</a:t>
            </a:r>
            <a:br/>
            <a:r>
              <a:t>• Front Door Premium WAF, OWASP 3.2, bot manager, mTLS to scoring API</a:t>
            </a:r>
            <a:br/>
            <a:r>
              <a:t>• Private endpoints on every PaaS service, public network access disabled</a:t>
            </a:r>
            <a:br/>
            <a:r>
              <a:t>• Managed identities everywhere — zero secrets in code; secrets exclusively in Key Vault</a:t>
            </a:r>
            <a:br/>
            <a:r>
              <a:t>• OIDC federated GitHub Actions deploy; Bicep validated, CodeQL &amp; Trivy in CI; signed container images (cosign)</a:t>
            </a:r>
            <a:br/>
            <a:r>
              <a:t>• SBOM produced per release; Dependabot + Defender for DevOps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MLOps &amp; responsible AI</a:t>
            </a:r>
          </a:p>
        </p:txBody>
      </p:sp>
      <p:sp>
        <p:nvSpPr>
          <p:cNvPr id="3" name="Text Placeholder 2"/>
          <p:cNvSpPr>
            <a:spLocks noGrp="1"/>
          </p:cNvSpPr>
          <p:nvPr>
            <p:ph type="body" idx="10" sz="quarter"/>
          </p:nvPr>
        </p:nvSpPr>
        <p:spPr/>
        <p:txBody>
          <a:bodyPr/>
          <a:lstStyle/>
          <a:p>
            <a:r>
              <a:t>• Azure ML workspaces (prod / dev) with managed network, MLflow tracking, model registry</a:t>
            </a:r>
            <a:br/>
            <a:r>
              <a:t>• Pipelines: data → train → evaluate → register → online endpoint with traffic split (canary 5 %)</a:t>
            </a:r>
            <a:br/>
            <a:r>
              <a:t>• Drift detection (data + concept) on Cosmos features; auto-trigger retrain when drift &gt; threshold</a:t>
            </a:r>
            <a:br/>
            <a:r>
              <a:t>• Model cards + intended use + limitations + fairness audit per model (EU AI Act Art 11 evidence)</a:t>
            </a:r>
            <a:br/>
            <a:r>
              <a:t>• Per-country fairness monitoring — disparity in TPR &lt; 5 % is the gate</a:t>
            </a:r>
            <a:br/>
            <a:r>
              <a:t>• Human review queue for high-impact decisions; agentic workflow logs every reasoning step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Multi-region resilience</a:t>
            </a:r>
          </a:p>
        </p:txBody>
      </p:sp>
      <p:sp>
        <p:nvSpPr>
          <p:cNvPr id="3" name="Text Placeholder 2"/>
          <p:cNvSpPr>
            <a:spLocks noGrp="1"/>
          </p:cNvSpPr>
          <p:nvPr>
            <p:ph type="body" idx="10" sz="quarter"/>
          </p:nvPr>
        </p:nvSpPr>
        <p:spPr/>
        <p:txBody>
          <a:bodyPr/>
          <a:lstStyle/>
          <a:p>
            <a:r>
              <a:t>• Cosmos DB multi-region writes, session consistency, automatic regional failover</a:t>
            </a:r>
            <a:br/>
            <a:r>
              <a:t>• Event Hubs geo-DR pairing with namespace alias — RPO seconds, RTO &lt; 5 min</a:t>
            </a:r>
            <a:br/>
            <a:r>
              <a:t>• ACR Premium geo-replicated; Container Apps deployed to both regions, fronted by AFD with weighted routing</a:t>
            </a:r>
            <a:br/>
            <a:r>
              <a:t>• AML workspaces per region; model registry replicated</a:t>
            </a:r>
            <a:br/>
            <a:r>
              <a:t>• Tested DR runbook in `docs/runbook.md`, quarterly fire-drill schedule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FinOps — cost to serve</a:t>
            </a:r>
          </a:p>
        </p:txBody>
      </p:sp>
      <p:sp>
        <p:nvSpPr>
          <p:cNvPr id="3" name="Text Placeholder 2"/>
          <p:cNvSpPr>
            <a:spLocks noGrp="1"/>
          </p:cNvSpPr>
          <p:nvPr>
            <p:ph type="body" idx="10" sz="quarter"/>
          </p:nvPr>
        </p:nvSpPr>
        <p:spPr/>
        <p:txBody>
          <a:bodyPr/>
          <a:lstStyle/>
          <a:p>
            <a:r>
              <a:t>• Cost-to-serve target: &lt; €0.0008 per scored transaction at 4.2 B / year (~€3.4 M / year all-in)</a:t>
            </a:r>
            <a:br/>
            <a:r>
              <a:t>• Reserved instances on AML CPU pools, Cosmos autoscale capped, Fabric F2 capacity, AFD Standard tier where allowed</a:t>
            </a:r>
            <a:br/>
            <a:r>
              <a:t>• Cost guard: scripts/scale-to-min.sh pauses Fabric, scales AML to zero, halts ASA between demos</a:t>
            </a:r>
            <a:br/>
            <a:r>
              <a:t>• Tagging convention enforced by Azure Policy; weekly Cost Management dashboard, alerts at 80 / 100 % of budget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Live demo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benefits &amp; value delivery</a:t>
            </a:r>
          </a:p>
        </p:txBody>
      </p:sp>
      <p:sp>
        <p:nvSpPr>
          <p:cNvPr id="3" name="Picture Placeholder 2"/>
          <p:cNvSpPr>
            <a:spLocks noGrp="1"/>
          </p:cNvSpPr>
          <p:nvPr>
            <p:ph type="pic" idx="18" sz="quarter"/>
          </p:nvPr>
        </p:nvSpPr>
        <p:spPr/>
      </p:sp>
      <p:sp>
        <p:nvSpPr>
          <p:cNvPr id="4" name="Text Placeholder 3"/>
          <p:cNvSpPr>
            <a:spLocks noGrp="1"/>
          </p:cNvSpPr>
          <p:nvPr>
            <p:ph type="body" idx="10" sz="quarter"/>
          </p:nvPr>
        </p:nvSpPr>
        <p:spPr/>
        <p:txBody>
          <a:bodyPr/>
          <a:lstStyle/>
          <a:p>
            <a:r>
              <a:t>• €38.7 M annualised value (fraud + false-decline reduction)</a:t>
            </a:r>
            <a:br/>
            <a:r>
              <a:t>• 320 → 0 person-hours per quarter on EBA reporting</a:t>
            </a:r>
            <a:br/>
            <a:r>
              <a:t>• 73 % SCA exemption coverage — measurable cardholder UX uplift</a:t>
            </a:r>
            <a:br/>
            <a:r>
              <a:t>• EU AI Act high-risk conformity from day one — no remediation backlog</a:t>
            </a:r>
            <a:br/>
            <a:r>
              <a:t>• Platform extensible to AML, dispute management and KYC re-verification — same agentic scaffold</a:t>
            </a:r>
            <a:br/>
            <a:r>
              <a:t>• Regulator-ready audit trail by construction — full lineage from raw event to decision and narrative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Risks &amp; mitigations</a:t>
            </a:r>
          </a:p>
        </p:txBody>
      </p:sp>
      <p:sp>
        <p:nvSpPr>
          <p:cNvPr id="3" name="Text Placeholder 2"/>
          <p:cNvSpPr>
            <a:spLocks noGrp="1"/>
          </p:cNvSpPr>
          <p:nvPr>
            <p:ph type="body" idx="10" sz="quarter"/>
          </p:nvPr>
        </p:nvSpPr>
        <p:spPr/>
        <p:txBody>
          <a:bodyPr/>
          <a:lstStyle/>
          <a:p>
            <a:r>
              <a:t>Latency regression as feature volume grows.</a:t>
            </a:r>
            <a:br/>
            <a:r>
              <a:t>Mitigation: continuous load tests in CI; budget alerts on p99; ONNX graph optimisation; ACA dedicated workload profiles; hot card cache.</a:t>
            </a:r>
          </a:p>
        </p:txBody>
      </p:sp>
      <p:sp>
        <p:nvSpPr>
          <p:cNvPr id="4" name="Text Placeholder 3"/>
          <p:cNvSpPr>
            <a:spLocks noGrp="1"/>
          </p:cNvSpPr>
          <p:nvPr>
            <p:ph type="body" idx="11" sz="quarter"/>
          </p:nvPr>
        </p:nvSpPr>
        <p:spPr/>
        <p:txBody>
          <a:bodyPr/>
          <a:lstStyle/>
          <a:p>
            <a:r>
              <a:t>Model bias across the five Nordic markets.</a:t>
            </a:r>
            <a:br/>
            <a:r>
              <a:t>Mitigation: per-country fairness gate, monthly audit, drift detection auto-retrain, human review queue for high-impact decisions.</a:t>
            </a:r>
          </a:p>
        </p:txBody>
      </p:sp>
      <p:sp>
        <p:nvSpPr>
          <p:cNvPr id="5" name="Text Placeholder 4"/>
          <p:cNvSpPr>
            <a:spLocks noGrp="1"/>
          </p:cNvSpPr>
          <p:nvPr>
            <p:ph type="body" idx="26" sz="quarter"/>
          </p:nvPr>
        </p:nvSpPr>
        <p:spPr/>
        <p:txBody>
          <a:bodyPr/>
          <a:lstStyle/>
          <a:p>
            <a:r>
              <a:t>PERFORMANCE</a:t>
            </a:r>
          </a:p>
        </p:txBody>
      </p:sp>
      <p:sp>
        <p:nvSpPr>
          <p:cNvPr id="6" name="Text Placeholder 5"/>
          <p:cNvSpPr>
            <a:spLocks noGrp="1"/>
          </p:cNvSpPr>
          <p:nvPr>
            <p:ph type="body" idx="27" sz="quarter"/>
          </p:nvPr>
        </p:nvSpPr>
        <p:spPr/>
        <p:txBody>
          <a:bodyPr/>
          <a:lstStyle/>
          <a:p>
            <a:r>
              <a:t>FAIRNESS</a:t>
            </a:r>
          </a:p>
        </p:txBody>
      </p:sp>
      <p:sp>
        <p:nvSpPr>
          <p:cNvPr id="7" name="Text Placeholder 6"/>
          <p:cNvSpPr>
            <a:spLocks noGrp="1"/>
          </p:cNvSpPr>
          <p:nvPr>
            <p:ph type="body" idx="28" sz="quarter"/>
          </p:nvPr>
        </p:nvSpPr>
        <p:spPr/>
        <p:txBody>
          <a:bodyPr/>
          <a:lstStyle/>
          <a:p>
            <a:r>
              <a:t>RESILIENCE</a:t>
            </a:r>
          </a:p>
        </p:txBody>
      </p:sp>
      <p:sp>
        <p:nvSpPr>
          <p:cNvPr id="8" name="Text Placeholder 7"/>
          <p:cNvSpPr>
            <a:spLocks noGrp="1"/>
          </p:cNvSpPr>
          <p:nvPr>
            <p:ph type="body" idx="29" sz="quarter"/>
          </p:nvPr>
        </p:nvSpPr>
        <p:spPr/>
        <p:txBody>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Roadmap &amp; next steps</a:t>
            </a:r>
          </a:p>
        </p:txBody>
      </p:sp>
      <p:sp>
        <p:nvSpPr>
          <p:cNvPr id="3" name="Text Placeholder 2"/>
          <p:cNvSpPr>
            <a:spLocks noGrp="1"/>
          </p:cNvSpPr>
          <p:nvPr>
            <p:ph type="body" idx="10" sz="quarter"/>
          </p:nvPr>
        </p:nvSpPr>
        <p:spPr/>
        <p:txBody>
          <a:bodyPr/>
          <a:lstStyle/>
          <a:p>
            <a:r>
              <a:t>Now → 90 days: complete pilot in Sweden Central, regulator engagement on EU AI Act conformity package, blue/green of the legacy scorer.</a:t>
            </a:r>
          </a:p>
        </p:txBody>
      </p:sp>
      <p:sp>
        <p:nvSpPr>
          <p:cNvPr id="4" name="Text Placeholder 3"/>
          <p:cNvSpPr>
            <a:spLocks noGrp="1"/>
          </p:cNvSpPr>
          <p:nvPr>
            <p:ph type="body" idx="11" sz="quarter"/>
          </p:nvPr>
        </p:nvSpPr>
        <p:spPr/>
        <p:txBody>
          <a:bodyPr/>
          <a:lstStyle/>
          <a:p>
            <a:r>
              <a:t>90 → 180 days: roll-out across Norway, Denmark, Finland, Estonia; activate DR; onboard first issuer customer to the agentic case console; integrate KYC re-verification agent.</a:t>
            </a:r>
          </a:p>
        </p:txBody>
      </p:sp>
      <p:sp>
        <p:nvSpPr>
          <p:cNvPr id="5" name="Text Placeholder 4"/>
          <p:cNvSpPr>
            <a:spLocks noGrp="1"/>
          </p:cNvSpPr>
          <p:nvPr>
            <p:ph type="body" idx="26" sz="quarter"/>
          </p:nvPr>
        </p:nvSpPr>
        <p:spPr/>
        <p:txBody>
          <a:bodyPr/>
          <a:lstStyle/>
          <a:p>
            <a:r>
              <a:t>STABILISE</a:t>
            </a:r>
          </a:p>
        </p:txBody>
      </p:sp>
      <p:sp>
        <p:nvSpPr>
          <p:cNvPr id="6" name="Text Placeholder 5"/>
          <p:cNvSpPr>
            <a:spLocks noGrp="1"/>
          </p:cNvSpPr>
          <p:nvPr>
            <p:ph type="body" idx="27" sz="quarter"/>
          </p:nvPr>
        </p:nvSpPr>
        <p:spPr/>
        <p:txBody>
          <a:bodyPr/>
          <a:lstStyle/>
          <a:p>
            <a:r>
              <a:t>SCALE</a:t>
            </a:r>
          </a:p>
        </p:txBody>
      </p:sp>
      <p:sp>
        <p:nvSpPr>
          <p:cNvPr id="7" name="Text Placeholder 6"/>
          <p:cNvSpPr>
            <a:spLocks noGrp="1"/>
          </p:cNvSpPr>
          <p:nvPr>
            <p:ph type="body" idx="28" sz="quarter"/>
          </p:nvPr>
        </p:nvSpPr>
        <p:spPr/>
        <p:txBody>
          <a:bodyPr/>
          <a:lstStyle/>
          <a:p>
            <a:r>
              <a:t>EXTEND</a:t>
            </a:r>
          </a:p>
        </p:txBody>
      </p:sp>
      <p:sp>
        <p:nvSpPr>
          <p:cNvPr id="8" name="Text Placeholder 7"/>
          <p:cNvSpPr>
            <a:spLocks noGrp="1"/>
          </p:cNvSpPr>
          <p:nvPr>
            <p:ph type="body" idx="29" sz="quarter"/>
          </p:nvPr>
        </p:nvSpPr>
        <p:spPr/>
        <p:txBody>
          <a:bodyPr/>
          <a:lstStyl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Azure Master Architect Program">
  <a:themeElements>
    <a:clrScheme name="Custom 135">
      <a:dk1>
        <a:srgbClr val="091F2C"/>
      </a:dk1>
      <a:lt1>
        <a:srgbClr val="FFFFFF"/>
      </a:lt1>
      <a:dk2>
        <a:srgbClr val="2A446F"/>
      </a:dk2>
      <a:lt2>
        <a:srgbClr val="E8E6DF"/>
      </a:lt2>
      <a:accent1>
        <a:srgbClr val="8DC8E8"/>
      </a:accent1>
      <a:accent2>
        <a:srgbClr val="0078D4"/>
      </a:accent2>
      <a:accent3>
        <a:srgbClr val="C03BC4"/>
      </a:accent3>
      <a:accent4>
        <a:srgbClr val="D7D2CB"/>
      </a:accent4>
      <a:accent5>
        <a:srgbClr val="FFB900"/>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CAPS_Start2023_16-9_Event-template.potx" id="{757FA001-178F-4700-B49C-26A3D5283787}" vid="{96849954-06DF-4C81-84E4-E0323F64AD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1342CBA-D417-4F32-A515-F1E8D4B1DE1D}">
  <we:reference id="wa200006038" version="1.0.0.3" store="en-US" storeType="OMEX"/>
  <we:alternateReferences>
    <we:reference id="wa200006038" version="1.0.0.3" store="en-US" storeType="OMEX"/>
  </we:alternateReferences>
  <we:properties>
    <we:property name="pptx_export_from_biorender" value="false"/>
  </we:properties>
  <we:bindings/>
  <we:snapshot xmlns:r="http://schemas.openxmlformats.org/officeDocument/2006/relationships"/>
  <we:extLst>
    <a:ext xmlns:a="http://schemas.openxmlformats.org/drawingml/2006/main" uri="{0858819E-0033-43BF-8937-05EC82904868}">
      <we:backgroundApp state="1" runtimeId="Taskpane.Url"/>
    </a:ext>
  </we:extLst>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8CF26BE9161E94EB79A57119623B6D1" ma:contentTypeVersion="41" ma:contentTypeDescription="Create a new document." ma:contentTypeScope="" ma:versionID="2f9adfa47469579965e424a5547268a8">
  <xsd:schema xmlns:xsd="http://www.w3.org/2001/XMLSchema" xmlns:xs="http://www.w3.org/2001/XMLSchema" xmlns:p="http://schemas.microsoft.com/office/2006/metadata/properties" xmlns:ns1="http://schemas.microsoft.com/sharepoint/v3" xmlns:ns2="a96a0fda-9d77-4caa-b103-9eb7282ab7c7" xmlns:ns3="11e79f37-1f0e-4bf7-bb3e-67cabedeea39" xmlns:ns4="http://schemas.microsoft.com/sharepoint/v4" targetNamespace="http://schemas.microsoft.com/office/2006/metadata/properties" ma:root="true" ma:fieldsID="5e59fd074e0666e14ec0a40aa4220785" ns1:_="" ns2:_="" ns3:_="" ns4:_="">
    <xsd:import namespace="http://schemas.microsoft.com/sharepoint/v3"/>
    <xsd:import namespace="a96a0fda-9d77-4caa-b103-9eb7282ab7c7"/>
    <xsd:import namespace="11e79f37-1f0e-4bf7-bb3e-67cabedeea39"/>
    <xsd:import namespace="http://schemas.microsoft.com/sharepoint/v4"/>
    <xsd:element name="properties">
      <xsd:complexType>
        <xsd:sequence>
          <xsd:element name="documentManagement">
            <xsd:complexType>
              <xsd:all>
                <xsd:element ref="ns2:SharedWithUsers" minOccurs="0"/>
                <xsd:element ref="ns2:SharedWithDetails" minOccurs="0"/>
                <xsd:element ref="ns2:LastSharedByUser" minOccurs="0"/>
                <xsd:element ref="ns2:LastSharedByTime" minOccurs="0"/>
                <xsd:element ref="ns3:MediaServiceMetadata" minOccurs="0"/>
                <xsd:element ref="ns3:MediaServiceFastMetadata" minOccurs="0"/>
                <xsd:element ref="ns3:MediaServiceDateTaken" minOccurs="0"/>
                <xsd:element ref="ns3:MediaServiceAutoTags" minOccurs="0"/>
                <xsd:element ref="ns3:MediaServiceEventHashCode" minOccurs="0"/>
                <xsd:element ref="ns3:MediaServiceGenerationTime" minOccurs="0"/>
                <xsd:element ref="ns3:MediaServiceOCR" minOccurs="0"/>
                <xsd:element ref="ns1:_ip_UnifiedCompliancePolicyProperties" minOccurs="0"/>
                <xsd:element ref="ns1:_ip_UnifiedCompliancePolicyUIAction" minOccurs="0"/>
                <xsd:element ref="ns3:MediaServiceAutoKeyPoints" minOccurs="0"/>
                <xsd:element ref="ns3:MediaServiceKeyPoints" minOccurs="0"/>
                <xsd:element ref="ns3:MediaServiceLocation" minOccurs="0"/>
                <xsd:element ref="ns3:MediaLengthInSeconds" minOccurs="0"/>
                <xsd:element ref="ns4:IconOverlay" minOccurs="0"/>
                <xsd:element ref="ns3:lcf76f155ced4ddcb4097134ff3c332f" minOccurs="0"/>
                <xsd:element ref="ns2:TaxCatchAll" minOccurs="0"/>
                <xsd:element ref="ns1:_dlc_Exempt" minOccurs="0"/>
                <xsd:element ref="ns1:_dlc_ExpireDateSaved" minOccurs="0"/>
                <xsd:element ref="ns1:_dlc_ExpireDate"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element name="_dlc_Exempt" ma:index="29" nillable="true" ma:displayName="Exempt from Policy" ma:hidden="true" ma:internalName="_dlc_Exempt" ma:readOnly="true">
      <xsd:simpleType>
        <xsd:restriction base="dms:Unknown"/>
      </xsd:simpleType>
    </xsd:element>
    <xsd:element name="_dlc_ExpireDateSaved" ma:index="30" nillable="true" ma:displayName="Original Expiration Date" ma:hidden="true" ma:internalName="_dlc_ExpireDateSaved" ma:readOnly="true">
      <xsd:simpleType>
        <xsd:restriction base="dms:DateTime"/>
      </xsd:simpleType>
    </xsd:element>
    <xsd:element name="_dlc_ExpireDate" ma:index="31" nillable="true" ma:displayName="Expiration Date" ma:description="" ma:hidden="true" ma:indexed="true" ma:internalName="_dlc_ExpireDat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a96a0fda-9d77-4caa-b103-9eb7282ab7c7"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0" nillable="true" ma:displayName="Last Shared By User" ma:description="" ma:internalName="LastSharedByUser" ma:readOnly="true">
      <xsd:simpleType>
        <xsd:restriction base="dms:Note">
          <xsd:maxLength value="255"/>
        </xsd:restriction>
      </xsd:simpleType>
    </xsd:element>
    <xsd:element name="LastSharedByTime" ma:index="11" nillable="true" ma:displayName="Last Shared By Time" ma:description="" ma:internalName="LastSharedByTime" ma:readOnly="true">
      <xsd:simpleType>
        <xsd:restriction base="dms:DateTime"/>
      </xsd:simpleType>
    </xsd:element>
    <xsd:element name="TaxCatchAll" ma:index="28" nillable="true" ma:displayName="Taxonomy Catch All Column" ma:hidden="true" ma:list="{14225c2a-0f11-4912-ba07-acd5603f885b}" ma:internalName="TaxCatchAll" ma:showField="CatchAllData" ma:web="a96a0fda-9d77-4caa-b103-9eb7282ab7c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1e79f37-1f0e-4bf7-bb3e-67cabedeea39" elementFormDefault="qualified">
    <xsd:import namespace="http://schemas.microsoft.com/office/2006/documentManagement/types"/>
    <xsd:import namespace="http://schemas.microsoft.com/office/infopath/2007/PartnerControls"/>
    <xsd:element name="MediaServiceMetadata" ma:index="12" nillable="true" ma:displayName="MediaServiceMetadata" ma:description="" ma:hidden="true" ma:internalName="MediaServiceMetadata" ma:readOnly="true">
      <xsd:simpleType>
        <xsd:restriction base="dms:Note"/>
      </xsd:simpleType>
    </xsd:element>
    <xsd:element name="MediaServiceFastMetadata" ma:index="13" nillable="true" ma:displayName="MediaServiceFastMetadata" ma:description="" ma:hidden="true" ma:internalName="MediaServiceFastMetadata" ma:readOnly="true">
      <xsd:simpleType>
        <xsd:restriction base="dms:Note"/>
      </xsd:simpleType>
    </xsd:element>
    <xsd:element name="MediaServiceDateTaken" ma:index="14" nillable="true" ma:displayName="MediaServiceDateTaken" ma:description="" ma:hidden="true" ma:internalName="MediaServiceDateTaken" ma:readOnly="true">
      <xsd:simpleType>
        <xsd:restriction base="dms:Text"/>
      </xsd:simpleType>
    </xsd:element>
    <xsd:element name="MediaServiceAutoTags" ma:index="15" nillable="true" ma:displayName="MediaServiceAutoTags" ma:internalName="MediaServiceAutoTags"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ServiceLocation" ma:index="23" nillable="true" ma:displayName="Location" ma:internalName="MediaServiceLocation" ma:readOnly="true">
      <xsd:simpleType>
        <xsd:restriction base="dms:Text"/>
      </xsd:simpleType>
    </xsd:element>
    <xsd:element name="MediaLengthInSeconds" ma:index="24" nillable="true" ma:displayName="Length (seconds)" ma:internalName="MediaLengthInSeconds" ma:readOnly="true">
      <xsd:simpleType>
        <xsd:restriction base="dms:Unknown"/>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d6d14119-9ae9-4cc6-a406-008d392c1a1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3" nillable="true" ma:displayName="MediaServiceSearchProperties" ma:hidden="true" ma:internalName="MediaServiceSearchProperties" ma:readOnly="true">
      <xsd:simpleType>
        <xsd:restriction base="dms:Note"/>
      </xsd:simpleType>
    </xsd:element>
    <xsd:element name="MediaServiceBillingMetadata" ma:index="3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5"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1e79f37-1f0e-4bf7-bb3e-67cabedeea39">
      <Terms xmlns="http://schemas.microsoft.com/office/infopath/2007/PartnerControls"/>
    </lcf76f155ced4ddcb4097134ff3c332f>
    <TaxCatchAll xmlns="a96a0fda-9d77-4caa-b103-9eb7282ab7c7" xsi:nil="true"/>
    <_ip_UnifiedCompliancePolicyUIAction xmlns="http://schemas.microsoft.com/sharepoint/v3" xsi:nil="true"/>
    <IconOverlay xmlns="http://schemas.microsoft.com/sharepoint/v4" xsi:nil="true"/>
    <_ip_UnifiedCompliancePolicyProperties xmlns="http://schemas.microsoft.com/sharepoint/v3" xsi:nil="true"/>
    <_dlc_ExpireDateSaved xmlns="http://schemas.microsoft.com/sharepoint/v3" xsi:nil="true"/>
    <_dlc_ExpireDate xmlns="http://schemas.microsoft.com/sharepoint/v3">2026-01-12T03:34:14+00:00</_dlc_ExpireDate>
  </documentManagement>
</p:properties>
</file>

<file path=customXml/item4.xml><?xml version="1.0" encoding="utf-8"?>
<?mso-contentType ?>
<p:Policy xmlns:p="office.server.policy" id="" local="true">
  <p:Name>Document</p:Name>
  <p:Description/>
  <p:Statement/>
  <p:PolicyItems>
    <p:PolicyItem featureId="Microsoft.Office.RecordsManagement.PolicyFeatures.Expiration" staticId="0x01010098CF26BE9161E94EB79A57119623B6D1|-369733750" UniqueId="787e81f8-5d6e-4a2b-9781-9d79b9ec2699">
      <p:Name>Retention</p:Name>
      <p:Description>Automatic scheduling of content for processing, and performing a retention action on content that has reached its due date.</p:Description>
      <p:CustomData>
        <Schedules nextStageId="2">
          <Schedule type="Default">
            <stages>
              <data stageId="1" recur="true" offset="7" unit="days">
                <formula id="Microsoft.Office.RecordsManagement.PolicyFeatures.Expiration.Formula.BuiltIn">
                  <number>30</number>
                  <property>Modified</property>
                  <propertyId>28cf69c5-fa48-462a-b5cd-27b6f9d2bd5f</propertyId>
                  <period>days</period>
                </formula>
                <action type="action" id="Microsoft.Office.RecordsManagement.PolicyFeatures.Expiration.Action.DeletePreviousVersions"/>
              </data>
            </stages>
          </Schedule>
        </Schedules>
      </p:CustomData>
    </p:PolicyItem>
  </p:PolicyItems>
</p:Policy>
</file>

<file path=customXml/itemProps1.xml><?xml version="1.0" encoding="utf-8"?>
<ds:datastoreItem xmlns:ds="http://schemas.openxmlformats.org/officeDocument/2006/customXml" ds:itemID="{FF928D17-6B84-416E-8B8C-4DC83F673DAE}">
  <ds:schemaRefs>
    <ds:schemaRef ds:uri="11e79f37-1f0e-4bf7-bb3e-67cabedeea39"/>
    <ds:schemaRef ds:uri="a96a0fda-9d77-4caa-b103-9eb7282ab7c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microsoft.com/sharepoint/v4"/>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2E6025E-C127-4B7B-AAF2-1F0FD425C31F}">
  <ds:schemaRefs>
    <ds:schemaRef ds:uri="http://schemas.microsoft.com/sharepoint/v3/contenttype/forms"/>
  </ds:schemaRefs>
</ds:datastoreItem>
</file>

<file path=customXml/itemProps3.xml><?xml version="1.0" encoding="utf-8"?>
<ds:datastoreItem xmlns:ds="http://schemas.openxmlformats.org/officeDocument/2006/customXml" ds:itemID="{96772DD3-90A8-4B0E-B011-70FB70144E03}">
  <ds:schemaRefs>
    <ds:schemaRef ds:uri="http://schemas.microsoft.com/office/infopath/2007/PartnerControls"/>
    <ds:schemaRef ds:uri="http://www.w3.org/XML/1998/namespace"/>
    <ds:schemaRef ds:uri="http://schemas.microsoft.com/office/2006/metadata/properties"/>
    <ds:schemaRef ds:uri="http://schemas.microsoft.com/sharepoint/v3"/>
    <ds:schemaRef ds:uri="http://schemas.microsoft.com/office/2006/documentManagement/types"/>
    <ds:schemaRef ds:uri="http://purl.org/dc/dcmitype/"/>
    <ds:schemaRef ds:uri="http://purl.org/dc/terms/"/>
    <ds:schemaRef ds:uri="http://purl.org/dc/elements/1.1/"/>
    <ds:schemaRef ds:uri="http://schemas.microsoft.com/sharepoint/v4"/>
    <ds:schemaRef ds:uri="http://schemas.openxmlformats.org/package/2006/metadata/core-properties"/>
    <ds:schemaRef ds:uri="11e79f37-1f0e-4bf7-bb3e-67cabedeea39"/>
    <ds:schemaRef ds:uri="a96a0fda-9d77-4caa-b103-9eb7282ab7c7"/>
  </ds:schemaRefs>
</ds:datastoreItem>
</file>

<file path=customXml/itemProps4.xml><?xml version="1.0" encoding="utf-8"?>
<ds:datastoreItem xmlns:ds="http://schemas.openxmlformats.org/officeDocument/2006/customXml" ds:itemID="{9721C011-250E-414E-B694-B5D234F0BCB9}">
  <ds:schemaRefs>
    <ds:schemaRef ds:uri="office.server.policy"/>
  </ds:schemaRefs>
</ds:datastoreItem>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M&amp;O Brand-M&amp;O PPT Template-full version (2)</Template>
  <TotalTime>0</TotalTime>
  <Words>605</Words>
  <Application>Microsoft Office PowerPoint</Application>
  <PresentationFormat>Widescreen</PresentationFormat>
  <Paragraphs>39</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Aptos SemiBold</vt:lpstr>
      <vt:lpstr>Arial</vt:lpstr>
      <vt:lpstr>Segoe UI</vt:lpstr>
      <vt:lpstr>Segoe UI Semibold</vt:lpstr>
      <vt:lpstr>Wingdings</vt:lpstr>
      <vt:lpstr>Azure Master Architect Program</vt:lpstr>
      <vt:lpstr>Azure Master Architect Program</vt:lpstr>
      <vt:lpstr>AGENDA</vt:lpstr>
      <vt:lpstr>What Success Looks like?/Customer Objectives</vt:lpstr>
      <vt:lpstr>How to get there?/ Solution Details</vt:lpstr>
      <vt:lpstr>Solution Details</vt:lpstr>
      <vt:lpstr>Key Benefits and Value Delivery</vt:lpstr>
      <vt:lpstr>Next Steps</vt:lpstr>
      <vt:lpstr>PowerPoint Presentation</vt:lpstr>
    </vt:vector>
  </TitlesOfParts>
  <Manager/>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 name or presentation title</dc:title>
  <dc:subject/>
  <dc:creator>Jesus Rodriguez</dc:creator>
  <cp:keywords/>
  <dc:description/>
  <cp:lastModifiedBy>Jean-Remi Pontvianne</cp:lastModifiedBy>
  <cp:revision>1</cp:revision>
  <cp:lastPrinted>2023-06-08T02:44:40Z</cp:lastPrinted>
  <dcterms:created xsi:type="dcterms:W3CDTF">2023-02-17T20:44:47Z</dcterms:created>
  <dcterms:modified xsi:type="dcterms:W3CDTF">2026-05-12T07:57:00Z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b562966-c66d-4b83-aa77-49bdfed04c11_Enabled">
    <vt:lpwstr>true</vt:lpwstr>
  </property>
  <property fmtid="{D5CDD505-2E9C-101B-9397-08002B2CF9AE}" pid="3" name="MSIP_Label_cb562966-c66d-4b83-aa77-49bdfed04c11_SetDate">
    <vt:lpwstr>2022-01-25T00:15:10Z</vt:lpwstr>
  </property>
  <property fmtid="{D5CDD505-2E9C-101B-9397-08002B2CF9AE}" pid="4" name="MSIP_Label_cb562966-c66d-4b83-aa77-49bdfed04c11_Method">
    <vt:lpwstr>Standard</vt:lpwstr>
  </property>
  <property fmtid="{D5CDD505-2E9C-101B-9397-08002B2CF9AE}" pid="5" name="MSIP_Label_cb562966-c66d-4b83-aa77-49bdfed04c11_Name">
    <vt:lpwstr>Non-Confidential</vt:lpwstr>
  </property>
  <property fmtid="{D5CDD505-2E9C-101B-9397-08002B2CF9AE}" pid="6" name="MSIP_Label_cb562966-c66d-4b83-aa77-49bdfed04c11_SiteId">
    <vt:lpwstr>a57507b2-d296-4dca-a9ae-67b1484e02a9</vt:lpwstr>
  </property>
  <property fmtid="{D5CDD505-2E9C-101B-9397-08002B2CF9AE}" pid="7" name="MSIP_Label_cb562966-c66d-4b83-aa77-49bdfed04c11_ActionId">
    <vt:lpwstr>e6f19365-f68f-4bd5-8a89-b119d81b90bd</vt:lpwstr>
  </property>
  <property fmtid="{D5CDD505-2E9C-101B-9397-08002B2CF9AE}" pid="8" name="MSIP_Label_cb562966-c66d-4b83-aa77-49bdfed04c11_ContentBits">
    <vt:lpwstr>0</vt:lpwstr>
  </property>
  <property fmtid="{D5CDD505-2E9C-101B-9397-08002B2CF9AE}" pid="9" name="MediaServiceImageTags">
    <vt:lpwstr/>
  </property>
  <property fmtid="{D5CDD505-2E9C-101B-9397-08002B2CF9AE}" pid="10" name="_dlc_policyId">
    <vt:lpwstr>0x01010098CF26BE9161E94EB79A57119623B6D1|-369733750</vt:lpwstr>
  </property>
  <property fmtid="{D5CDD505-2E9C-101B-9397-08002B2CF9AE}" pid="11" name="ItemRetentionFormula">
    <vt:lpwstr>&lt;formula id="Microsoft.Office.RecordsManagement.PolicyFeatures.Expiration.Formula.BuiltIn"&gt;&lt;number&gt;30&lt;/number&gt;&lt;property&gt;Modified&lt;/property&gt;&lt;propertyId&gt;28cf69c5-fa48-462a-b5cd-27b6f9d2bd5f&lt;/propertyId&gt;&lt;period&gt;days&lt;/period&gt;&lt;/formula&gt;</vt:lpwstr>
  </property>
  <property fmtid="{D5CDD505-2E9C-101B-9397-08002B2CF9AE}" pid="12" name="ContentTypeId">
    <vt:lpwstr>0x01010098CF26BE9161E94EB79A57119623B6D1</vt:lpwstr>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TriggerFlowInfo">
    <vt:lpwstr/>
  </property>
  <property fmtid="{D5CDD505-2E9C-101B-9397-08002B2CF9AE}" pid="18" name="xd_Signature">
    <vt:lpwstr/>
  </property>
</Properties>
</file>